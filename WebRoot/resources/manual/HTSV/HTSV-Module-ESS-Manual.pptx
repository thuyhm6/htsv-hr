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8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Masters/slideMaster8.xml" ContentType="application/vnd.openxmlformats-officedocument.presentationml.slideMaster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Layouts/slideLayout87.xml" ContentType="application/vnd.openxmlformats-officedocument.presentationml.slideLayout+xml"/>
  <Override PartName="/ppt/theme/theme10.xml" ContentType="application/vnd.openxmlformats-officedocument.them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76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90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50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slideMasters/slideMaster5.xml" ContentType="application/vnd.openxmlformats-officedocument.presentationml.slideMaster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Layouts/slideLayout59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91.xml" ContentType="application/vnd.openxmlformats-officedocument.presentationml.slideLayout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slideMasters/slideMaster6.xml" ContentType="application/vnd.openxmlformats-officedocument.presentationml.slideMaster+xml"/>
  <Override PartName="/ppt/slideLayouts/slideLayout89.xml" ContentType="application/vnd.openxmlformats-officedocument.presentationml.slideLayout+xml"/>
  <Override PartName="/ppt/theme/theme8.xml" ContentType="application/vnd.openxmlformats-officedocument.them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85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92.xml" ContentType="application/vnd.openxmlformats-officedocument.presentationml.slideLayout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70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Masters/slideMaster7.xml" ContentType="application/vnd.openxmlformats-officedocument.presentationml.slideMaster+xml"/>
  <Override PartName="/ppt/theme/theme9.xml" ContentType="application/vnd.openxmlformats-officedocument.them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s/slide29.xml" ContentType="application/vnd.openxmlformats-officedocument.presentationml.slide+xml"/>
  <Override PartName="/ppt/slideLayouts/slideLayout39.xml" ContentType="application/vnd.openxmlformats-officedocument.presentationml.slideLayout+xml"/>
  <Override PartName="/ppt/slideLayouts/slideLayout86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9" r:id="rId1"/>
    <p:sldMasterId id="2147483903" r:id="rId2"/>
    <p:sldMasterId id="2147483891" r:id="rId3"/>
    <p:sldMasterId id="2147483879" r:id="rId4"/>
    <p:sldMasterId id="2147483867" r:id="rId5"/>
    <p:sldMasterId id="2147483855" r:id="rId6"/>
    <p:sldMasterId id="2147483842" r:id="rId7"/>
    <p:sldMasterId id="2147483830" r:id="rId8"/>
  </p:sldMasterIdLst>
  <p:notesMasterIdLst>
    <p:notesMasterId r:id="rId69"/>
  </p:notesMasterIdLst>
  <p:handoutMasterIdLst>
    <p:handoutMasterId r:id="rId70"/>
  </p:handoutMasterIdLst>
  <p:sldIdLst>
    <p:sldId id="256" r:id="rId9"/>
    <p:sldId id="786" r:id="rId10"/>
    <p:sldId id="585" r:id="rId11"/>
    <p:sldId id="758" r:id="rId12"/>
    <p:sldId id="787" r:id="rId13"/>
    <p:sldId id="671" r:id="rId14"/>
    <p:sldId id="672" r:id="rId15"/>
    <p:sldId id="788" r:id="rId16"/>
    <p:sldId id="673" r:id="rId17"/>
    <p:sldId id="674" r:id="rId18"/>
    <p:sldId id="675" r:id="rId19"/>
    <p:sldId id="676" r:id="rId20"/>
    <p:sldId id="678" r:id="rId21"/>
    <p:sldId id="679" r:id="rId22"/>
    <p:sldId id="680" r:id="rId23"/>
    <p:sldId id="681" r:id="rId24"/>
    <p:sldId id="683" r:id="rId25"/>
    <p:sldId id="657" r:id="rId26"/>
    <p:sldId id="658" r:id="rId27"/>
    <p:sldId id="660" r:id="rId28"/>
    <p:sldId id="659" r:id="rId29"/>
    <p:sldId id="662" r:id="rId30"/>
    <p:sldId id="661" r:id="rId31"/>
    <p:sldId id="735" r:id="rId32"/>
    <p:sldId id="734" r:id="rId33"/>
    <p:sldId id="663" r:id="rId34"/>
    <p:sldId id="664" r:id="rId35"/>
    <p:sldId id="666" r:id="rId36"/>
    <p:sldId id="667" r:id="rId37"/>
    <p:sldId id="759" r:id="rId38"/>
    <p:sldId id="760" r:id="rId39"/>
    <p:sldId id="771" r:id="rId40"/>
    <p:sldId id="772" r:id="rId41"/>
    <p:sldId id="773" r:id="rId42"/>
    <p:sldId id="774" r:id="rId43"/>
    <p:sldId id="775" r:id="rId44"/>
    <p:sldId id="776" r:id="rId45"/>
    <p:sldId id="777" r:id="rId46"/>
    <p:sldId id="789" r:id="rId47"/>
    <p:sldId id="778" r:id="rId48"/>
    <p:sldId id="780" r:id="rId49"/>
    <p:sldId id="779" r:id="rId50"/>
    <p:sldId id="781" r:id="rId51"/>
    <p:sldId id="782" r:id="rId52"/>
    <p:sldId id="783" r:id="rId53"/>
    <p:sldId id="784" r:id="rId54"/>
    <p:sldId id="692" r:id="rId55"/>
    <p:sldId id="693" r:id="rId56"/>
    <p:sldId id="694" r:id="rId57"/>
    <p:sldId id="696" r:id="rId58"/>
    <p:sldId id="763" r:id="rId59"/>
    <p:sldId id="739" r:id="rId60"/>
    <p:sldId id="699" r:id="rId61"/>
    <p:sldId id="700" r:id="rId62"/>
    <p:sldId id="701" r:id="rId63"/>
    <p:sldId id="702" r:id="rId64"/>
    <p:sldId id="703" r:id="rId65"/>
    <p:sldId id="790" r:id="rId66"/>
    <p:sldId id="730" r:id="rId67"/>
    <p:sldId id="770" r:id="rId68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888">
          <p15:clr>
            <a:srgbClr val="A4A3A4"/>
          </p15:clr>
        </p15:guide>
        <p15:guide id="2" pos="2154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CCFF"/>
    <a:srgbClr val="3366FF"/>
    <a:srgbClr val="FF6600"/>
    <a:srgbClr val="FF9933"/>
    <a:srgbClr val="000099"/>
    <a:srgbClr val="33CCCC"/>
    <a:srgbClr val="3399FF"/>
    <a:srgbClr val="9999FF"/>
    <a:srgbClr val="99CCFF"/>
    <a:srgbClr val="6699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7279" autoAdjust="0"/>
    <p:restoredTop sz="99282" autoAdjust="0"/>
  </p:normalViewPr>
  <p:slideViewPr>
    <p:cSldViewPr>
      <p:cViewPr>
        <p:scale>
          <a:sx n="70" d="100"/>
          <a:sy n="70" d="100"/>
        </p:scale>
        <p:origin x="-1752" y="-66"/>
      </p:cViewPr>
      <p:guideLst>
        <p:guide orient="horz" pos="1888"/>
        <p:guide pos="215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3360" y="-108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7" Type="http://schemas.openxmlformats.org/officeDocument/2006/relationships/slideMaster" Target="slideMasters/slideMaster7.xml"/><Relationship Id="rId71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66" Type="http://schemas.openxmlformats.org/officeDocument/2006/relationships/slide" Target="slides/slide58.xml"/><Relationship Id="rId7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61" Type="http://schemas.openxmlformats.org/officeDocument/2006/relationships/slide" Target="slides/slide53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3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/>
            </a:lvl1pPr>
          </a:lstStyle>
          <a:p>
            <a:endParaRPr lang="zh-CN" altLang="en-US" dirty="0">
              <a:ea typeface="微软雅黑" pitchFamily="34" charset="-122"/>
            </a:endParaRP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2F809E35-B4AC-482C-BF96-601431D08808}" type="datetimeFigureOut">
              <a:rPr lang="zh-CN" altLang="en-US">
                <a:ea typeface="微软雅黑" pitchFamily="34" charset="-122"/>
              </a:rPr>
              <a:pPr/>
              <a:t>2018/1/26</a:t>
            </a:fld>
            <a:endParaRPr lang="en-US" altLang="zh-CN" dirty="0">
              <a:ea typeface="微软雅黑" pitchFamily="34" charset="-122"/>
            </a:endParaRPr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/>
            </a:lvl1pPr>
          </a:lstStyle>
          <a:p>
            <a:endParaRPr lang="en-US" altLang="zh-CN" dirty="0">
              <a:ea typeface="微软雅黑" pitchFamily="34" charset="-122"/>
            </a:endParaRPr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AC84FA5D-D624-4E8D-8EB8-90950245F5C5}" type="slidenum">
              <a:rPr lang="zh-CN" altLang="en-US">
                <a:ea typeface="微软雅黑" pitchFamily="34" charset="-122"/>
              </a:rPr>
              <a:pPr/>
              <a:t>‹#›</a:t>
            </a:fld>
            <a:endParaRPr lang="en-US" altLang="zh-CN" dirty="0">
              <a:ea typeface="微软雅黑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399877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ea typeface="微软雅黑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微软雅黑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3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sp>
        <p:nvSpPr>
          <p:cNvPr id="553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ea typeface="微软雅黑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53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微软雅黑" pitchFamily="34" charset="-122"/>
              </a:defRPr>
            </a:lvl1pPr>
          </a:lstStyle>
          <a:p>
            <a:pPr>
              <a:defRPr/>
            </a:pPr>
            <a:fld id="{7FD85DB2-E819-49CE-B234-25B8201BF18D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="" xmlns:p14="http://schemas.microsoft.com/office/powerpoint/2010/main" val="15390192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微软雅黑" pitchFamily="34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微软雅黑" pitchFamily="34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微软雅黑" pitchFamily="34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微软雅黑" pitchFamily="34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微软雅黑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D85DB2-E819-49CE-B234-25B8201BF18D}" type="slidenum">
              <a:rPr lang="en-US" altLang="zh-CN" smtClean="0"/>
              <a:pPr>
                <a:defRPr/>
              </a:pPr>
              <a:t>20</a:t>
            </a:fld>
            <a:endParaRPr lang="en-US" altLang="zh-CN" dirty="0"/>
          </a:p>
        </p:txBody>
      </p:sp>
    </p:spTree>
    <p:extLst>
      <p:ext uri="{BB962C8B-B14F-4D97-AF65-F5344CB8AC3E}">
        <p14:creationId xmlns="" xmlns:p14="http://schemas.microsoft.com/office/powerpoint/2010/main" val="3289907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D85DB2-E819-49CE-B234-25B8201BF18D}" type="slidenum">
              <a:rPr lang="en-US" altLang="zh-CN" smtClean="0"/>
              <a:pPr>
                <a:defRPr/>
              </a:pPr>
              <a:t>32</a:t>
            </a:fld>
            <a:endParaRPr lang="en-US" altLang="zh-CN" dirty="0"/>
          </a:p>
        </p:txBody>
      </p:sp>
    </p:spTree>
    <p:extLst>
      <p:ext uri="{BB962C8B-B14F-4D97-AF65-F5344CB8AC3E}">
        <p14:creationId xmlns="" xmlns:p14="http://schemas.microsoft.com/office/powerpoint/2010/main" val="1632152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D85DB2-E819-49CE-B234-25B8201BF18D}" type="slidenum">
              <a:rPr lang="en-US" altLang="zh-CN" smtClean="0"/>
              <a:pPr>
                <a:defRPr/>
              </a:pPr>
              <a:t>33</a:t>
            </a:fld>
            <a:endParaRPr lang="en-US" altLang="zh-CN" dirty="0"/>
          </a:p>
        </p:txBody>
      </p:sp>
    </p:spTree>
    <p:extLst>
      <p:ext uri="{BB962C8B-B14F-4D97-AF65-F5344CB8AC3E}">
        <p14:creationId xmlns="" xmlns:p14="http://schemas.microsoft.com/office/powerpoint/2010/main" val="4143154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D85DB2-E819-49CE-B234-25B8201BF18D}" type="slidenum">
              <a:rPr lang="en-US" altLang="zh-CN" smtClean="0"/>
              <a:pPr>
                <a:defRPr/>
              </a:pPr>
              <a:t>34</a:t>
            </a:fld>
            <a:endParaRPr lang="en-US" altLang="zh-CN" dirty="0"/>
          </a:p>
        </p:txBody>
      </p:sp>
    </p:spTree>
    <p:extLst>
      <p:ext uri="{BB962C8B-B14F-4D97-AF65-F5344CB8AC3E}">
        <p14:creationId xmlns="" xmlns:p14="http://schemas.microsoft.com/office/powerpoint/2010/main" val="3989132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D85DB2-E819-49CE-B234-25B8201BF18D}" type="slidenum">
              <a:rPr lang="en-US" altLang="zh-CN" smtClean="0"/>
              <a:pPr>
                <a:defRPr/>
              </a:pPr>
              <a:t>35</a:t>
            </a:fld>
            <a:endParaRPr lang="en-US" altLang="zh-CN" dirty="0"/>
          </a:p>
        </p:txBody>
      </p:sp>
    </p:spTree>
    <p:extLst>
      <p:ext uri="{BB962C8B-B14F-4D97-AF65-F5344CB8AC3E}">
        <p14:creationId xmlns="" xmlns:p14="http://schemas.microsoft.com/office/powerpoint/2010/main" val="1899133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D85DB2-E819-49CE-B234-25B8201BF18D}" type="slidenum">
              <a:rPr lang="en-US" altLang="zh-CN" smtClean="0"/>
              <a:pPr>
                <a:defRPr/>
              </a:pPr>
              <a:t>36</a:t>
            </a:fld>
            <a:endParaRPr lang="en-US" altLang="zh-CN" dirty="0"/>
          </a:p>
        </p:txBody>
      </p:sp>
    </p:spTree>
    <p:extLst>
      <p:ext uri="{BB962C8B-B14F-4D97-AF65-F5344CB8AC3E}">
        <p14:creationId xmlns="" xmlns:p14="http://schemas.microsoft.com/office/powerpoint/2010/main" val="1584483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D85DB2-E819-49CE-B234-25B8201BF18D}" type="slidenum">
              <a:rPr lang="en-US" altLang="zh-CN" smtClean="0"/>
              <a:pPr>
                <a:defRPr/>
              </a:pPr>
              <a:t>37</a:t>
            </a:fld>
            <a:endParaRPr lang="en-US" altLang="zh-CN" dirty="0"/>
          </a:p>
        </p:txBody>
      </p:sp>
    </p:spTree>
    <p:extLst>
      <p:ext uri="{BB962C8B-B14F-4D97-AF65-F5344CB8AC3E}">
        <p14:creationId xmlns="" xmlns:p14="http://schemas.microsoft.com/office/powerpoint/2010/main" val="709478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D85DB2-E819-49CE-B234-25B8201BF18D}" type="slidenum">
              <a:rPr lang="en-US" altLang="zh-CN" smtClean="0"/>
              <a:pPr>
                <a:defRPr/>
              </a:pPr>
              <a:t>38</a:t>
            </a:fld>
            <a:endParaRPr lang="en-US" altLang="zh-CN" dirty="0"/>
          </a:p>
        </p:txBody>
      </p:sp>
    </p:spTree>
    <p:extLst>
      <p:ext uri="{BB962C8B-B14F-4D97-AF65-F5344CB8AC3E}">
        <p14:creationId xmlns="" xmlns:p14="http://schemas.microsoft.com/office/powerpoint/2010/main" val="16321525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D85DB2-E819-49CE-B234-25B8201BF18D}" type="slidenum">
              <a:rPr lang="en-US" altLang="zh-CN" smtClean="0"/>
              <a:pPr>
                <a:defRPr/>
              </a:pPr>
              <a:t>40</a:t>
            </a:fld>
            <a:endParaRPr lang="en-US" altLang="zh-CN" dirty="0"/>
          </a:p>
        </p:txBody>
      </p:sp>
    </p:spTree>
    <p:extLst>
      <p:ext uri="{BB962C8B-B14F-4D97-AF65-F5344CB8AC3E}">
        <p14:creationId xmlns="" xmlns:p14="http://schemas.microsoft.com/office/powerpoint/2010/main" val="34808169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D85DB2-E819-49CE-B234-25B8201BF18D}" type="slidenum">
              <a:rPr lang="en-US" altLang="zh-CN" smtClean="0"/>
              <a:pPr>
                <a:defRPr/>
              </a:pPr>
              <a:t>41</a:t>
            </a:fld>
            <a:endParaRPr lang="en-US" altLang="zh-CN" dirty="0"/>
          </a:p>
        </p:txBody>
      </p:sp>
    </p:spTree>
    <p:extLst>
      <p:ext uri="{BB962C8B-B14F-4D97-AF65-F5344CB8AC3E}">
        <p14:creationId xmlns="" xmlns:p14="http://schemas.microsoft.com/office/powerpoint/2010/main" val="39891323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D85DB2-E819-49CE-B234-25B8201BF18D}" type="slidenum">
              <a:rPr lang="en-US" altLang="zh-CN" smtClean="0"/>
              <a:pPr>
                <a:defRPr/>
              </a:pPr>
              <a:t>42</a:t>
            </a:fld>
            <a:endParaRPr lang="en-US" altLang="zh-CN" dirty="0"/>
          </a:p>
        </p:txBody>
      </p:sp>
    </p:spTree>
    <p:extLst>
      <p:ext uri="{BB962C8B-B14F-4D97-AF65-F5344CB8AC3E}">
        <p14:creationId xmlns="" xmlns:p14="http://schemas.microsoft.com/office/powerpoint/2010/main" val="19137040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D85DB2-E819-49CE-B234-25B8201BF18D}" type="slidenum">
              <a:rPr lang="en-US" altLang="zh-CN" smtClean="0"/>
              <a:pPr>
                <a:defRPr/>
              </a:pPr>
              <a:t>43</a:t>
            </a:fld>
            <a:endParaRPr lang="en-US" altLang="zh-CN" dirty="0"/>
          </a:p>
        </p:txBody>
      </p:sp>
    </p:spTree>
    <p:extLst>
      <p:ext uri="{BB962C8B-B14F-4D97-AF65-F5344CB8AC3E}">
        <p14:creationId xmlns="" xmlns:p14="http://schemas.microsoft.com/office/powerpoint/2010/main" val="18991338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D85DB2-E819-49CE-B234-25B8201BF18D}" type="slidenum">
              <a:rPr lang="en-US" altLang="zh-CN" smtClean="0"/>
              <a:pPr>
                <a:defRPr/>
              </a:pPr>
              <a:t>44</a:t>
            </a:fld>
            <a:endParaRPr lang="en-US" altLang="zh-CN" dirty="0"/>
          </a:p>
        </p:txBody>
      </p:sp>
    </p:spTree>
    <p:extLst>
      <p:ext uri="{BB962C8B-B14F-4D97-AF65-F5344CB8AC3E}">
        <p14:creationId xmlns="" xmlns:p14="http://schemas.microsoft.com/office/powerpoint/2010/main" val="15844833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D85DB2-E819-49CE-B234-25B8201BF18D}" type="slidenum">
              <a:rPr lang="en-US" altLang="zh-CN" smtClean="0"/>
              <a:pPr>
                <a:defRPr/>
              </a:pPr>
              <a:t>45</a:t>
            </a:fld>
            <a:endParaRPr lang="en-US" altLang="zh-CN" dirty="0"/>
          </a:p>
        </p:txBody>
      </p:sp>
    </p:spTree>
    <p:extLst>
      <p:ext uri="{BB962C8B-B14F-4D97-AF65-F5344CB8AC3E}">
        <p14:creationId xmlns="" xmlns:p14="http://schemas.microsoft.com/office/powerpoint/2010/main" val="32156498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D85DB2-E819-49CE-B234-25B8201BF18D}" type="slidenum">
              <a:rPr lang="en-US" altLang="zh-CN" smtClean="0"/>
              <a:pPr>
                <a:defRPr/>
              </a:pPr>
              <a:t>46</a:t>
            </a:fld>
            <a:endParaRPr lang="en-US" altLang="zh-CN" dirty="0"/>
          </a:p>
        </p:txBody>
      </p:sp>
    </p:spTree>
    <p:extLst>
      <p:ext uri="{BB962C8B-B14F-4D97-AF65-F5344CB8AC3E}">
        <p14:creationId xmlns="" xmlns:p14="http://schemas.microsoft.com/office/powerpoint/2010/main" val="3212159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3"/>
          <p:cNvSpPr>
            <a:spLocks noChangeShapeType="1"/>
          </p:cNvSpPr>
          <p:nvPr userDrawn="1"/>
        </p:nvSpPr>
        <p:spPr bwMode="auto">
          <a:xfrm>
            <a:off x="0" y="6491288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 dirty="0"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10" name="Line 6"/>
          <p:cNvSpPr>
            <a:spLocks noChangeShapeType="1"/>
          </p:cNvSpPr>
          <p:nvPr userDrawn="1"/>
        </p:nvSpPr>
        <p:spPr bwMode="auto">
          <a:xfrm flipH="1">
            <a:off x="0" y="715963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 dirty="0"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21" name="Line 3"/>
          <p:cNvSpPr>
            <a:spLocks noChangeShapeType="1"/>
          </p:cNvSpPr>
          <p:nvPr userDrawn="1"/>
        </p:nvSpPr>
        <p:spPr bwMode="auto">
          <a:xfrm>
            <a:off x="0" y="6491288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 dirty="0"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23" name="Line 6"/>
          <p:cNvSpPr>
            <a:spLocks noChangeShapeType="1"/>
          </p:cNvSpPr>
          <p:nvPr userDrawn="1"/>
        </p:nvSpPr>
        <p:spPr bwMode="auto">
          <a:xfrm flipH="1">
            <a:off x="0" y="715963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 dirty="0">
              <a:latin typeface="Arial" pitchFamily="34" charset="0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3"/>
          <p:cNvSpPr>
            <a:spLocks noChangeShapeType="1"/>
          </p:cNvSpPr>
          <p:nvPr userDrawn="1"/>
        </p:nvSpPr>
        <p:spPr bwMode="auto">
          <a:xfrm>
            <a:off x="0" y="6453336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 dirty="0">
              <a:latin typeface="Arial" pitchFamily="34" charset="0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22041" indent="0" algn="ctr">
              <a:buNone/>
              <a:defRPr/>
            </a:lvl2pPr>
            <a:lvl3pPr marL="844083" indent="0" algn="ctr">
              <a:buNone/>
              <a:defRPr/>
            </a:lvl3pPr>
            <a:lvl4pPr marL="1266124" indent="0" algn="ctr">
              <a:buNone/>
              <a:defRPr/>
            </a:lvl4pPr>
            <a:lvl5pPr marL="1688165" indent="0" algn="ctr">
              <a:buNone/>
              <a:defRPr/>
            </a:lvl5pPr>
            <a:lvl6pPr marL="2110207" indent="0" algn="ctr">
              <a:buNone/>
              <a:defRPr/>
            </a:lvl6pPr>
            <a:lvl7pPr marL="2532248" indent="0" algn="ctr">
              <a:buNone/>
              <a:defRPr/>
            </a:lvl7pPr>
            <a:lvl8pPr marL="2954289" indent="0" algn="ctr">
              <a:buNone/>
              <a:defRPr/>
            </a:lvl8pPr>
            <a:lvl9pPr marL="3376331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590086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5497513" y="6524625"/>
            <a:ext cx="369887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 algn="l">
              <a:spcBef>
                <a:spcPct val="20000"/>
              </a:spcBef>
              <a:defRPr/>
            </a:pPr>
            <a:fld id="{16AE2F1E-482F-4615-8C38-16049E4E0602}" type="slidenum">
              <a:rPr lang="en-US" altLang="zh-CN" sz="1200">
                <a:latin typeface="Arial" pitchFamily="34" charset="0"/>
                <a:ea typeface="微软雅黑" pitchFamily="34" charset="-122"/>
              </a:rPr>
              <a:pPr marL="342900" indent="-342900" algn="l">
                <a:spcBef>
                  <a:spcPct val="20000"/>
                </a:spcBef>
                <a:defRPr/>
              </a:pPr>
              <a:t>‹#›</a:t>
            </a:fld>
            <a:endParaRPr lang="en-US" altLang="zh-CN" sz="1200" dirty="0">
              <a:latin typeface="Arial" pitchFamily="34" charset="0"/>
              <a:ea typeface="微软雅黑" pitchFamily="34" charset="-122"/>
            </a:endParaRPr>
          </a:p>
        </p:txBody>
      </p:sp>
      <p:sp>
        <p:nvSpPr>
          <p:cNvPr id="9" name="Line 3"/>
          <p:cNvSpPr>
            <a:spLocks noChangeShapeType="1"/>
          </p:cNvSpPr>
          <p:nvPr userDrawn="1"/>
        </p:nvSpPr>
        <p:spPr bwMode="auto">
          <a:xfrm>
            <a:off x="0" y="6453336"/>
            <a:ext cx="9144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zh-CN" altLang="en-US" dirty="0">
              <a:latin typeface="Arial" pitchFamily="34" charset="0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22041" indent="0" algn="ctr">
              <a:buNone/>
              <a:defRPr/>
            </a:lvl2pPr>
            <a:lvl3pPr marL="844083" indent="0" algn="ctr">
              <a:buNone/>
              <a:defRPr/>
            </a:lvl3pPr>
            <a:lvl4pPr marL="1266124" indent="0" algn="ctr">
              <a:buNone/>
              <a:defRPr/>
            </a:lvl4pPr>
            <a:lvl5pPr marL="1688165" indent="0" algn="ctr">
              <a:buNone/>
              <a:defRPr/>
            </a:lvl5pPr>
            <a:lvl6pPr marL="2110207" indent="0" algn="ctr">
              <a:buNone/>
              <a:defRPr/>
            </a:lvl6pPr>
            <a:lvl7pPr marL="2532248" indent="0" algn="ctr">
              <a:buNone/>
              <a:defRPr/>
            </a:lvl7pPr>
            <a:lvl8pPr marL="2954289" indent="0" algn="ctr">
              <a:buNone/>
              <a:defRPr/>
            </a:lvl8pPr>
            <a:lvl9pPr marL="3376331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9508837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263343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435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692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46"/>
            </a:lvl1pPr>
            <a:lvl2pPr marL="422041" indent="0">
              <a:buNone/>
              <a:defRPr sz="1662"/>
            </a:lvl2pPr>
            <a:lvl3pPr marL="844083" indent="0">
              <a:buNone/>
              <a:defRPr sz="1477"/>
            </a:lvl3pPr>
            <a:lvl4pPr marL="1266124" indent="0">
              <a:buNone/>
              <a:defRPr sz="1292"/>
            </a:lvl4pPr>
            <a:lvl5pPr marL="1688165" indent="0">
              <a:buNone/>
              <a:defRPr sz="1292"/>
            </a:lvl5pPr>
            <a:lvl6pPr marL="2110207" indent="0">
              <a:buNone/>
              <a:defRPr sz="1292"/>
            </a:lvl6pPr>
            <a:lvl7pPr marL="2532248" indent="0">
              <a:buNone/>
              <a:defRPr sz="1292"/>
            </a:lvl7pPr>
            <a:lvl8pPr marL="2954289" indent="0">
              <a:buNone/>
              <a:defRPr sz="1292"/>
            </a:lvl8pPr>
            <a:lvl9pPr marL="3376331" indent="0">
              <a:buNone/>
              <a:defRPr sz="1292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="" xmlns:p14="http://schemas.microsoft.com/office/powerpoint/2010/main" val="40900480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2338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573803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  <a:prstGeom prst="rect">
            <a:avLst/>
          </a:prstGeo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  <a:prstGeom prst="rect">
            <a:avLst/>
          </a:prstGeo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2525189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3621294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42670220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  <a:prstGeom prst="rect">
            <a:avLst/>
          </a:prstGeom>
        </p:spPr>
        <p:txBody>
          <a:bodyPr anchor="b"/>
          <a:lstStyle>
            <a:lvl1pPr algn="l">
              <a:defRPr sz="1846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  <a:prstGeom prst="rect">
            <a:avLst/>
          </a:prstGeom>
        </p:spPr>
        <p:txBody>
          <a:bodyPr/>
          <a:lstStyle>
            <a:lvl1pPr>
              <a:defRPr sz="2954"/>
            </a:lvl1pPr>
            <a:lvl2pPr>
              <a:defRPr sz="2585"/>
            </a:lvl2pPr>
            <a:lvl3pPr>
              <a:defRPr sz="2215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  <a:lvl2pPr marL="422041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="" xmlns:p14="http://schemas.microsoft.com/office/powerpoint/2010/main" val="28321773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846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54"/>
            </a:lvl1pPr>
            <a:lvl2pPr marL="422041" indent="0">
              <a:buNone/>
              <a:defRPr sz="2585"/>
            </a:lvl2pPr>
            <a:lvl3pPr marL="844083" indent="0">
              <a:buNone/>
              <a:defRPr sz="2215"/>
            </a:lvl3pPr>
            <a:lvl4pPr marL="1266124" indent="0">
              <a:buNone/>
              <a:defRPr sz="1846"/>
            </a:lvl4pPr>
            <a:lvl5pPr marL="1688165" indent="0">
              <a:buNone/>
              <a:defRPr sz="1846"/>
            </a:lvl5pPr>
            <a:lvl6pPr marL="2110207" indent="0">
              <a:buNone/>
              <a:defRPr sz="1846"/>
            </a:lvl6pPr>
            <a:lvl7pPr marL="2532248" indent="0">
              <a:buNone/>
              <a:defRPr sz="1846"/>
            </a:lvl7pPr>
            <a:lvl8pPr marL="2954289" indent="0">
              <a:buNone/>
              <a:defRPr sz="1846"/>
            </a:lvl8pPr>
            <a:lvl9pPr marL="3376331" indent="0">
              <a:buNone/>
              <a:defRPr sz="1846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  <a:lvl2pPr marL="422041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="" xmlns:p14="http://schemas.microsoft.com/office/powerpoint/2010/main" val="31484980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0773863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3152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917063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22041" indent="0" algn="ctr">
              <a:buNone/>
              <a:defRPr/>
            </a:lvl2pPr>
            <a:lvl3pPr marL="844083" indent="0" algn="ctr">
              <a:buNone/>
              <a:defRPr/>
            </a:lvl3pPr>
            <a:lvl4pPr marL="1266124" indent="0" algn="ctr">
              <a:buNone/>
              <a:defRPr/>
            </a:lvl4pPr>
            <a:lvl5pPr marL="1688165" indent="0" algn="ctr">
              <a:buNone/>
              <a:defRPr/>
            </a:lvl5pPr>
            <a:lvl6pPr marL="2110207" indent="0" algn="ctr">
              <a:buNone/>
              <a:defRPr/>
            </a:lvl6pPr>
            <a:lvl7pPr marL="2532248" indent="0" algn="ctr">
              <a:buNone/>
              <a:defRPr/>
            </a:lvl7pPr>
            <a:lvl8pPr marL="2954289" indent="0" algn="ctr">
              <a:buNone/>
              <a:defRPr/>
            </a:lvl8pPr>
            <a:lvl9pPr marL="3376331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277192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3116921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435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692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46"/>
            </a:lvl1pPr>
            <a:lvl2pPr marL="422041" indent="0">
              <a:buNone/>
              <a:defRPr sz="1662"/>
            </a:lvl2pPr>
            <a:lvl3pPr marL="844083" indent="0">
              <a:buNone/>
              <a:defRPr sz="1477"/>
            </a:lvl3pPr>
            <a:lvl4pPr marL="1266124" indent="0">
              <a:buNone/>
              <a:defRPr sz="1292"/>
            </a:lvl4pPr>
            <a:lvl5pPr marL="1688165" indent="0">
              <a:buNone/>
              <a:defRPr sz="1292"/>
            </a:lvl5pPr>
            <a:lvl6pPr marL="2110207" indent="0">
              <a:buNone/>
              <a:defRPr sz="1292"/>
            </a:lvl6pPr>
            <a:lvl7pPr marL="2532248" indent="0">
              <a:buNone/>
              <a:defRPr sz="1292"/>
            </a:lvl7pPr>
            <a:lvl8pPr marL="2954289" indent="0">
              <a:buNone/>
              <a:defRPr sz="1292"/>
            </a:lvl8pPr>
            <a:lvl9pPr marL="3376331" indent="0">
              <a:buNone/>
              <a:defRPr sz="1292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="" xmlns:p14="http://schemas.microsoft.com/office/powerpoint/2010/main" val="33814262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2338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2482565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  <a:prstGeom prst="rect">
            <a:avLst/>
          </a:prstGeo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  <a:prstGeom prst="rect">
            <a:avLst/>
          </a:prstGeo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7408341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40297653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0528705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  <a:prstGeom prst="rect">
            <a:avLst/>
          </a:prstGeom>
        </p:spPr>
        <p:txBody>
          <a:bodyPr anchor="b"/>
          <a:lstStyle>
            <a:lvl1pPr algn="l">
              <a:defRPr sz="1846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  <a:prstGeom prst="rect">
            <a:avLst/>
          </a:prstGeom>
        </p:spPr>
        <p:txBody>
          <a:bodyPr/>
          <a:lstStyle>
            <a:lvl1pPr>
              <a:defRPr sz="2954"/>
            </a:lvl1pPr>
            <a:lvl2pPr>
              <a:defRPr sz="2585"/>
            </a:lvl2pPr>
            <a:lvl3pPr>
              <a:defRPr sz="2215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  <a:lvl2pPr marL="422041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="" xmlns:p14="http://schemas.microsoft.com/office/powerpoint/2010/main" val="15462235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846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54"/>
            </a:lvl1pPr>
            <a:lvl2pPr marL="422041" indent="0">
              <a:buNone/>
              <a:defRPr sz="2585"/>
            </a:lvl2pPr>
            <a:lvl3pPr marL="844083" indent="0">
              <a:buNone/>
              <a:defRPr sz="2215"/>
            </a:lvl3pPr>
            <a:lvl4pPr marL="1266124" indent="0">
              <a:buNone/>
              <a:defRPr sz="1846"/>
            </a:lvl4pPr>
            <a:lvl5pPr marL="1688165" indent="0">
              <a:buNone/>
              <a:defRPr sz="1846"/>
            </a:lvl5pPr>
            <a:lvl6pPr marL="2110207" indent="0">
              <a:buNone/>
              <a:defRPr sz="1846"/>
            </a:lvl6pPr>
            <a:lvl7pPr marL="2532248" indent="0">
              <a:buNone/>
              <a:defRPr sz="1846"/>
            </a:lvl7pPr>
            <a:lvl8pPr marL="2954289" indent="0">
              <a:buNone/>
              <a:defRPr sz="1846"/>
            </a:lvl8pPr>
            <a:lvl9pPr marL="3376331" indent="0">
              <a:buNone/>
              <a:defRPr sz="1846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  <a:lvl2pPr marL="422041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="" xmlns:p14="http://schemas.microsoft.com/office/powerpoint/2010/main" val="182323606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4583806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3152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7695961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22041" indent="0" algn="ctr">
              <a:buNone/>
              <a:defRPr/>
            </a:lvl2pPr>
            <a:lvl3pPr marL="844083" indent="0" algn="ctr">
              <a:buNone/>
              <a:defRPr/>
            </a:lvl3pPr>
            <a:lvl4pPr marL="1266124" indent="0" algn="ctr">
              <a:buNone/>
              <a:defRPr/>
            </a:lvl4pPr>
            <a:lvl5pPr marL="1688165" indent="0" algn="ctr">
              <a:buNone/>
              <a:defRPr/>
            </a:lvl5pPr>
            <a:lvl6pPr marL="2110207" indent="0" algn="ctr">
              <a:buNone/>
              <a:defRPr/>
            </a:lvl6pPr>
            <a:lvl7pPr marL="2532248" indent="0" algn="ctr">
              <a:buNone/>
              <a:defRPr/>
            </a:lvl7pPr>
            <a:lvl8pPr marL="2954289" indent="0" algn="ctr">
              <a:buNone/>
              <a:defRPr/>
            </a:lvl8pPr>
            <a:lvl9pPr marL="3376331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9211480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651112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435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692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46"/>
            </a:lvl1pPr>
            <a:lvl2pPr marL="422041" indent="0">
              <a:buNone/>
              <a:defRPr sz="1662"/>
            </a:lvl2pPr>
            <a:lvl3pPr marL="844083" indent="0">
              <a:buNone/>
              <a:defRPr sz="1477"/>
            </a:lvl3pPr>
            <a:lvl4pPr marL="1266124" indent="0">
              <a:buNone/>
              <a:defRPr sz="1292"/>
            </a:lvl4pPr>
            <a:lvl5pPr marL="1688165" indent="0">
              <a:buNone/>
              <a:defRPr sz="1292"/>
            </a:lvl5pPr>
            <a:lvl6pPr marL="2110207" indent="0">
              <a:buNone/>
              <a:defRPr sz="1292"/>
            </a:lvl6pPr>
            <a:lvl7pPr marL="2532248" indent="0">
              <a:buNone/>
              <a:defRPr sz="1292"/>
            </a:lvl7pPr>
            <a:lvl8pPr marL="2954289" indent="0">
              <a:buNone/>
              <a:defRPr sz="1292"/>
            </a:lvl8pPr>
            <a:lvl9pPr marL="3376331" indent="0">
              <a:buNone/>
              <a:defRPr sz="1292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="" xmlns:p14="http://schemas.microsoft.com/office/powerpoint/2010/main" val="20356586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2338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43424957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  <a:prstGeom prst="rect">
            <a:avLst/>
          </a:prstGeo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  <a:prstGeom prst="rect">
            <a:avLst/>
          </a:prstGeo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930773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40747435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6359975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  <a:prstGeom prst="rect">
            <a:avLst/>
          </a:prstGeom>
        </p:spPr>
        <p:txBody>
          <a:bodyPr anchor="b"/>
          <a:lstStyle>
            <a:lvl1pPr algn="l">
              <a:defRPr sz="1846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  <a:prstGeom prst="rect">
            <a:avLst/>
          </a:prstGeom>
        </p:spPr>
        <p:txBody>
          <a:bodyPr/>
          <a:lstStyle>
            <a:lvl1pPr>
              <a:defRPr sz="2954"/>
            </a:lvl1pPr>
            <a:lvl2pPr>
              <a:defRPr sz="2585"/>
            </a:lvl2pPr>
            <a:lvl3pPr>
              <a:defRPr sz="2215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  <a:lvl2pPr marL="422041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="" xmlns:p14="http://schemas.microsoft.com/office/powerpoint/2010/main" val="301886793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846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54"/>
            </a:lvl1pPr>
            <a:lvl2pPr marL="422041" indent="0">
              <a:buNone/>
              <a:defRPr sz="2585"/>
            </a:lvl2pPr>
            <a:lvl3pPr marL="844083" indent="0">
              <a:buNone/>
              <a:defRPr sz="2215"/>
            </a:lvl3pPr>
            <a:lvl4pPr marL="1266124" indent="0">
              <a:buNone/>
              <a:defRPr sz="1846"/>
            </a:lvl4pPr>
            <a:lvl5pPr marL="1688165" indent="0">
              <a:buNone/>
              <a:defRPr sz="1846"/>
            </a:lvl5pPr>
            <a:lvl6pPr marL="2110207" indent="0">
              <a:buNone/>
              <a:defRPr sz="1846"/>
            </a:lvl6pPr>
            <a:lvl7pPr marL="2532248" indent="0">
              <a:buNone/>
              <a:defRPr sz="1846"/>
            </a:lvl7pPr>
            <a:lvl8pPr marL="2954289" indent="0">
              <a:buNone/>
              <a:defRPr sz="1846"/>
            </a:lvl8pPr>
            <a:lvl9pPr marL="3376331" indent="0">
              <a:buNone/>
              <a:defRPr sz="1846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  <a:lvl2pPr marL="422041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="" xmlns:p14="http://schemas.microsoft.com/office/powerpoint/2010/main" val="227939689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03009092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3152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0771749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22041" indent="0" algn="ctr">
              <a:buNone/>
              <a:defRPr/>
            </a:lvl2pPr>
            <a:lvl3pPr marL="844083" indent="0" algn="ctr">
              <a:buNone/>
              <a:defRPr/>
            </a:lvl3pPr>
            <a:lvl4pPr marL="1266124" indent="0" algn="ctr">
              <a:buNone/>
              <a:defRPr/>
            </a:lvl4pPr>
            <a:lvl5pPr marL="1688165" indent="0" algn="ctr">
              <a:buNone/>
              <a:defRPr/>
            </a:lvl5pPr>
            <a:lvl6pPr marL="2110207" indent="0" algn="ctr">
              <a:buNone/>
              <a:defRPr/>
            </a:lvl6pPr>
            <a:lvl7pPr marL="2532248" indent="0" algn="ctr">
              <a:buNone/>
              <a:defRPr/>
            </a:lvl7pPr>
            <a:lvl8pPr marL="2954289" indent="0" algn="ctr">
              <a:buNone/>
              <a:defRPr/>
            </a:lvl8pPr>
            <a:lvl9pPr marL="3376331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78285630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6807551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435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692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46"/>
            </a:lvl1pPr>
            <a:lvl2pPr marL="422041" indent="0">
              <a:buNone/>
              <a:defRPr sz="1662"/>
            </a:lvl2pPr>
            <a:lvl3pPr marL="844083" indent="0">
              <a:buNone/>
              <a:defRPr sz="1477"/>
            </a:lvl3pPr>
            <a:lvl4pPr marL="1266124" indent="0">
              <a:buNone/>
              <a:defRPr sz="1292"/>
            </a:lvl4pPr>
            <a:lvl5pPr marL="1688165" indent="0">
              <a:buNone/>
              <a:defRPr sz="1292"/>
            </a:lvl5pPr>
            <a:lvl6pPr marL="2110207" indent="0">
              <a:buNone/>
              <a:defRPr sz="1292"/>
            </a:lvl6pPr>
            <a:lvl7pPr marL="2532248" indent="0">
              <a:buNone/>
              <a:defRPr sz="1292"/>
            </a:lvl7pPr>
            <a:lvl8pPr marL="2954289" indent="0">
              <a:buNone/>
              <a:defRPr sz="1292"/>
            </a:lvl8pPr>
            <a:lvl9pPr marL="3376331" indent="0">
              <a:buNone/>
              <a:defRPr sz="1292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="" xmlns:p14="http://schemas.microsoft.com/office/powerpoint/2010/main" val="244533438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2338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94893458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  <a:prstGeom prst="rect">
            <a:avLst/>
          </a:prstGeo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  <a:prstGeom prst="rect">
            <a:avLst/>
          </a:prstGeo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32094478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45699794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1672272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  <a:prstGeom prst="rect">
            <a:avLst/>
          </a:prstGeom>
        </p:spPr>
        <p:txBody>
          <a:bodyPr anchor="b"/>
          <a:lstStyle>
            <a:lvl1pPr algn="l">
              <a:defRPr sz="1846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  <a:prstGeom prst="rect">
            <a:avLst/>
          </a:prstGeom>
        </p:spPr>
        <p:txBody>
          <a:bodyPr/>
          <a:lstStyle>
            <a:lvl1pPr>
              <a:defRPr sz="2954"/>
            </a:lvl1pPr>
            <a:lvl2pPr>
              <a:defRPr sz="2585"/>
            </a:lvl2pPr>
            <a:lvl3pPr>
              <a:defRPr sz="2215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  <a:lvl2pPr marL="422041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="" xmlns:p14="http://schemas.microsoft.com/office/powerpoint/2010/main" val="258751783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846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54"/>
            </a:lvl1pPr>
            <a:lvl2pPr marL="422041" indent="0">
              <a:buNone/>
              <a:defRPr sz="2585"/>
            </a:lvl2pPr>
            <a:lvl3pPr marL="844083" indent="0">
              <a:buNone/>
              <a:defRPr sz="2215"/>
            </a:lvl3pPr>
            <a:lvl4pPr marL="1266124" indent="0">
              <a:buNone/>
              <a:defRPr sz="1846"/>
            </a:lvl4pPr>
            <a:lvl5pPr marL="1688165" indent="0">
              <a:buNone/>
              <a:defRPr sz="1846"/>
            </a:lvl5pPr>
            <a:lvl6pPr marL="2110207" indent="0">
              <a:buNone/>
              <a:defRPr sz="1846"/>
            </a:lvl6pPr>
            <a:lvl7pPr marL="2532248" indent="0">
              <a:buNone/>
              <a:defRPr sz="1846"/>
            </a:lvl7pPr>
            <a:lvl8pPr marL="2954289" indent="0">
              <a:buNone/>
              <a:defRPr sz="1846"/>
            </a:lvl8pPr>
            <a:lvl9pPr marL="3376331" indent="0">
              <a:buNone/>
              <a:defRPr sz="1846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  <a:lvl2pPr marL="422041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="" xmlns:p14="http://schemas.microsoft.com/office/powerpoint/2010/main" val="385097634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6554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3152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9281448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22041" indent="0" algn="ctr">
              <a:buNone/>
              <a:defRPr/>
            </a:lvl2pPr>
            <a:lvl3pPr marL="844083" indent="0" algn="ctr">
              <a:buNone/>
              <a:defRPr/>
            </a:lvl3pPr>
            <a:lvl4pPr marL="1266124" indent="0" algn="ctr">
              <a:buNone/>
              <a:defRPr/>
            </a:lvl4pPr>
            <a:lvl5pPr marL="1688165" indent="0" algn="ctr">
              <a:buNone/>
              <a:defRPr/>
            </a:lvl5pPr>
            <a:lvl6pPr marL="2110207" indent="0" algn="ctr">
              <a:buNone/>
              <a:defRPr/>
            </a:lvl6pPr>
            <a:lvl7pPr marL="2532248" indent="0" algn="ctr">
              <a:buNone/>
              <a:defRPr/>
            </a:lvl7pPr>
            <a:lvl8pPr marL="2954289" indent="0" algn="ctr">
              <a:buNone/>
              <a:defRPr/>
            </a:lvl8pPr>
            <a:lvl9pPr marL="3376331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09286701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68564405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435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692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46"/>
            </a:lvl1pPr>
            <a:lvl2pPr marL="422041" indent="0">
              <a:buNone/>
              <a:defRPr sz="1662"/>
            </a:lvl2pPr>
            <a:lvl3pPr marL="844083" indent="0">
              <a:buNone/>
              <a:defRPr sz="1477"/>
            </a:lvl3pPr>
            <a:lvl4pPr marL="1266124" indent="0">
              <a:buNone/>
              <a:defRPr sz="1292"/>
            </a:lvl4pPr>
            <a:lvl5pPr marL="1688165" indent="0">
              <a:buNone/>
              <a:defRPr sz="1292"/>
            </a:lvl5pPr>
            <a:lvl6pPr marL="2110207" indent="0">
              <a:buNone/>
              <a:defRPr sz="1292"/>
            </a:lvl6pPr>
            <a:lvl7pPr marL="2532248" indent="0">
              <a:buNone/>
              <a:defRPr sz="1292"/>
            </a:lvl7pPr>
            <a:lvl8pPr marL="2954289" indent="0">
              <a:buNone/>
              <a:defRPr sz="1292"/>
            </a:lvl8pPr>
            <a:lvl9pPr marL="3376331" indent="0">
              <a:buNone/>
              <a:defRPr sz="1292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="" xmlns:p14="http://schemas.microsoft.com/office/powerpoint/2010/main" val="420663235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2338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406854659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  <a:prstGeom prst="rect">
            <a:avLst/>
          </a:prstGeo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  <a:prstGeom prst="rect">
            <a:avLst/>
          </a:prstGeo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14844345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413533546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2592465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  <a:prstGeom prst="rect">
            <a:avLst/>
          </a:prstGeom>
        </p:spPr>
        <p:txBody>
          <a:bodyPr anchor="b"/>
          <a:lstStyle>
            <a:lvl1pPr algn="l">
              <a:defRPr sz="1846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  <a:prstGeom prst="rect">
            <a:avLst/>
          </a:prstGeom>
        </p:spPr>
        <p:txBody>
          <a:bodyPr/>
          <a:lstStyle>
            <a:lvl1pPr>
              <a:defRPr sz="2954"/>
            </a:lvl1pPr>
            <a:lvl2pPr>
              <a:defRPr sz="2585"/>
            </a:lvl2pPr>
            <a:lvl3pPr>
              <a:defRPr sz="2215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  <a:lvl2pPr marL="422041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="" xmlns:p14="http://schemas.microsoft.com/office/powerpoint/2010/main" val="27017181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846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54"/>
            </a:lvl1pPr>
            <a:lvl2pPr marL="422041" indent="0">
              <a:buNone/>
              <a:defRPr sz="2585"/>
            </a:lvl2pPr>
            <a:lvl3pPr marL="844083" indent="0">
              <a:buNone/>
              <a:defRPr sz="2215"/>
            </a:lvl3pPr>
            <a:lvl4pPr marL="1266124" indent="0">
              <a:buNone/>
              <a:defRPr sz="1846"/>
            </a:lvl4pPr>
            <a:lvl5pPr marL="1688165" indent="0">
              <a:buNone/>
              <a:defRPr sz="1846"/>
            </a:lvl5pPr>
            <a:lvl6pPr marL="2110207" indent="0">
              <a:buNone/>
              <a:defRPr sz="1846"/>
            </a:lvl6pPr>
            <a:lvl7pPr marL="2532248" indent="0">
              <a:buNone/>
              <a:defRPr sz="1846"/>
            </a:lvl7pPr>
            <a:lvl8pPr marL="2954289" indent="0">
              <a:buNone/>
              <a:defRPr sz="1846"/>
            </a:lvl8pPr>
            <a:lvl9pPr marL="3376331" indent="0">
              <a:buNone/>
              <a:defRPr sz="1846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  <a:lvl2pPr marL="422041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="" xmlns:p14="http://schemas.microsoft.com/office/powerpoint/2010/main" val="251018942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15608101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3152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402499358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B5AB-D532-46D5-BA74-E02996469450}" type="datetimeFigureOut">
              <a:rPr lang="vi-VN" smtClean="0"/>
              <a:pPr/>
              <a:t>26/01/2018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D50C0-9690-42CA-97FD-377AAF3B3EEC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7322468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B5AB-D532-46D5-BA74-E02996469450}" type="datetimeFigureOut">
              <a:rPr lang="vi-VN" smtClean="0"/>
              <a:pPr/>
              <a:t>26/01/2018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D50C0-9690-42CA-97FD-377AAF3B3EEC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19551670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B5AB-D532-46D5-BA74-E02996469450}" type="datetimeFigureOut">
              <a:rPr lang="vi-VN" smtClean="0"/>
              <a:pPr/>
              <a:t>26/01/2018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D50C0-9690-42CA-97FD-377AAF3B3EEC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21058185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B5AB-D532-46D5-BA74-E02996469450}" type="datetimeFigureOut">
              <a:rPr lang="vi-VN" smtClean="0"/>
              <a:pPr/>
              <a:t>26/01/2018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D50C0-9690-42CA-97FD-377AAF3B3EEC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30032802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B5AB-D532-46D5-BA74-E02996469450}" type="datetimeFigureOut">
              <a:rPr lang="vi-VN" smtClean="0"/>
              <a:pPr/>
              <a:t>26/01/2018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D50C0-9690-42CA-97FD-377AAF3B3EEC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18137108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B5AB-D532-46D5-BA74-E02996469450}" type="datetimeFigureOut">
              <a:rPr lang="vi-VN" smtClean="0"/>
              <a:pPr/>
              <a:t>26/01/2018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D50C0-9690-42CA-97FD-377AAF3B3EEC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28091030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B5AB-D532-46D5-BA74-E02996469450}" type="datetimeFigureOut">
              <a:rPr lang="vi-VN" smtClean="0"/>
              <a:pPr/>
              <a:t>26/01/2018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D50C0-9690-42CA-97FD-377AAF3B3EEC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144785842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B5AB-D532-46D5-BA74-E02996469450}" type="datetimeFigureOut">
              <a:rPr lang="vi-VN" smtClean="0"/>
              <a:pPr/>
              <a:t>26/01/2018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D50C0-9690-42CA-97FD-377AAF3B3EEC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275269187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B5AB-D532-46D5-BA74-E02996469450}" type="datetimeFigureOut">
              <a:rPr lang="vi-VN" smtClean="0"/>
              <a:pPr/>
              <a:t>26/01/2018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D50C0-9690-42CA-97FD-377AAF3B3EEC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249133749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B5AB-D532-46D5-BA74-E02996469450}" type="datetimeFigureOut">
              <a:rPr lang="vi-VN" smtClean="0"/>
              <a:pPr/>
              <a:t>26/01/2018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D50C0-9690-42CA-97FD-377AAF3B3EEC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236085411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B5AB-D532-46D5-BA74-E02996469450}" type="datetimeFigureOut">
              <a:rPr lang="vi-VN" smtClean="0"/>
              <a:pPr/>
              <a:t>26/01/2018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D50C0-9690-42CA-97FD-377AAF3B3EEC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423341768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3FFE-7133-4E99-9728-9EF3358A8F91}" type="datetimeFigureOut">
              <a:rPr lang="vi-VN" smtClean="0"/>
              <a:pPr/>
              <a:t>26/01/2018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F96B1-0DD7-4619-BA63-FA810AEC1F27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12470652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3FFE-7133-4E99-9728-9EF3358A8F91}" type="datetimeFigureOut">
              <a:rPr lang="vi-VN" smtClean="0"/>
              <a:pPr/>
              <a:t>26/01/2018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F96B1-0DD7-4619-BA63-FA810AEC1F27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121463531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3FFE-7133-4E99-9728-9EF3358A8F91}" type="datetimeFigureOut">
              <a:rPr lang="vi-VN" smtClean="0"/>
              <a:pPr/>
              <a:t>26/01/2018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F96B1-0DD7-4619-BA63-FA810AEC1F27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299232362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3FFE-7133-4E99-9728-9EF3358A8F91}" type="datetimeFigureOut">
              <a:rPr lang="vi-VN" smtClean="0"/>
              <a:pPr/>
              <a:t>26/01/2018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F96B1-0DD7-4619-BA63-FA810AEC1F27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6260825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3FFE-7133-4E99-9728-9EF3358A8F91}" type="datetimeFigureOut">
              <a:rPr lang="vi-VN" smtClean="0"/>
              <a:pPr/>
              <a:t>26/01/2018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F96B1-0DD7-4619-BA63-FA810AEC1F27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118932699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3FFE-7133-4E99-9728-9EF3358A8F91}" type="datetimeFigureOut">
              <a:rPr lang="vi-VN" smtClean="0"/>
              <a:pPr/>
              <a:t>26/01/2018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F96B1-0DD7-4619-BA63-FA810AEC1F27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243056236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3FFE-7133-4E99-9728-9EF3358A8F91}" type="datetimeFigureOut">
              <a:rPr lang="vi-VN" smtClean="0"/>
              <a:pPr/>
              <a:t>26/01/2018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F96B1-0DD7-4619-BA63-FA810AEC1F27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319150596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3FFE-7133-4E99-9728-9EF3358A8F91}" type="datetimeFigureOut">
              <a:rPr lang="vi-VN" smtClean="0"/>
              <a:pPr/>
              <a:t>26/01/2018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F96B1-0DD7-4619-BA63-FA810AEC1F27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408323914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3FFE-7133-4E99-9728-9EF3358A8F91}" type="datetimeFigureOut">
              <a:rPr lang="vi-VN" smtClean="0"/>
              <a:pPr/>
              <a:t>26/01/2018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F96B1-0DD7-4619-BA63-FA810AEC1F27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75131955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3FFE-7133-4E99-9728-9EF3358A8F91}" type="datetimeFigureOut">
              <a:rPr lang="vi-VN" smtClean="0"/>
              <a:pPr/>
              <a:t>26/01/2018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F96B1-0DD7-4619-BA63-FA810AEC1F27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427061936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3FFE-7133-4E99-9728-9EF3358A8F91}" type="datetimeFigureOut">
              <a:rPr lang="vi-VN" smtClean="0"/>
              <a:pPr/>
              <a:t>26/01/2018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F96B1-0DD7-4619-BA63-FA810AEC1F27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4288421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497513" y="6524625"/>
            <a:ext cx="369887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 algn="l">
              <a:spcBef>
                <a:spcPct val="20000"/>
              </a:spcBef>
              <a:defRPr/>
            </a:pPr>
            <a:fld id="{16AE2F1E-482F-4615-8C38-16049E4E0602}" type="slidenum">
              <a:rPr lang="en-US" altLang="zh-CN" sz="1200">
                <a:latin typeface="Arial" pitchFamily="34" charset="0"/>
                <a:ea typeface="微软雅黑" pitchFamily="34" charset="-122"/>
              </a:rPr>
              <a:pPr marL="342900" indent="-342900" algn="l">
                <a:spcBef>
                  <a:spcPct val="20000"/>
                </a:spcBef>
                <a:defRPr/>
              </a:pPr>
              <a:t>‹#›</a:t>
            </a:fld>
            <a:endParaRPr lang="en-US" altLang="zh-CN" sz="1200" dirty="0">
              <a:latin typeface="Arial" pitchFamily="34" charset="0"/>
              <a:ea typeface="微软雅黑" pitchFamily="34" charset="-122"/>
            </a:endParaRPr>
          </a:p>
        </p:txBody>
      </p:sp>
      <p:graphicFrame>
        <p:nvGraphicFramePr>
          <p:cNvPr id="4" name="Group 165"/>
          <p:cNvGraphicFramePr>
            <a:graphicFrameLocks noGrp="1"/>
          </p:cNvGraphicFramePr>
          <p:nvPr userDrawn="1">
            <p:extLst>
              <p:ext uri="{D42A27DB-BD31-4B8C-83A1-F6EECF244321}">
                <p14:modId xmlns="" xmlns:p14="http://schemas.microsoft.com/office/powerpoint/2010/main" val="3074143612"/>
              </p:ext>
            </p:extLst>
          </p:nvPr>
        </p:nvGraphicFramePr>
        <p:xfrm>
          <a:off x="0" y="116632"/>
          <a:ext cx="9144001" cy="274638"/>
        </p:xfrm>
        <a:graphic>
          <a:graphicData uri="http://schemas.openxmlformats.org/drawingml/2006/table">
            <a:tbl>
              <a:tblPr/>
              <a:tblGrid>
                <a:gridCol w="1400904"/>
                <a:gridCol w="3164085"/>
                <a:gridCol w="755191"/>
                <a:gridCol w="1098460"/>
                <a:gridCol w="961152"/>
                <a:gridCol w="1764209"/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Function name</a:t>
                      </a:r>
                    </a:p>
                  </a:txBody>
                  <a:tcPr marL="3600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Page</a:t>
                      </a: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(#)</a:t>
                      </a: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Write</a:t>
                      </a: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26.1.2018</a:t>
                      </a: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854" r:id="rId5"/>
    <p:sldLayoutId id="2147483794" r:id="rId6"/>
    <p:sldLayoutId id="2147483822" r:id="rId7"/>
    <p:sldLayoutId id="2147483795" r:id="rId8"/>
    <p:sldLayoutId id="2147483796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Group 165"/>
          <p:cNvGraphicFramePr>
            <a:graphicFrameLocks noGrp="1"/>
          </p:cNvGraphicFramePr>
          <p:nvPr userDrawn="1"/>
        </p:nvGraphicFramePr>
        <p:xfrm>
          <a:off x="118582" y="116632"/>
          <a:ext cx="8853006" cy="365760"/>
        </p:xfrm>
        <a:graphic>
          <a:graphicData uri="http://schemas.openxmlformats.org/drawingml/2006/table">
            <a:tbl>
              <a:tblPr/>
              <a:tblGrid>
                <a:gridCol w="1356322"/>
                <a:gridCol w="4855702"/>
                <a:gridCol w="598154"/>
                <a:gridCol w="598154"/>
                <a:gridCol w="598154"/>
                <a:gridCol w="846520"/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Function name</a:t>
                      </a:r>
                    </a:p>
                  </a:txBody>
                  <a:tcPr marL="33231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Page</a:t>
                      </a: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Write</a:t>
                      </a: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2015.11.12</a:t>
                      </a: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" name="Rectangle 109"/>
          <p:cNvSpPr>
            <a:spLocks noChangeArrowheads="1"/>
          </p:cNvSpPr>
          <p:nvPr userDrawn="1"/>
        </p:nvSpPr>
        <p:spPr bwMode="auto">
          <a:xfrm>
            <a:off x="6499417" y="116632"/>
            <a:ext cx="1395046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4992" tIns="42497" rIns="84992" bIns="42497" anchor="ctr"/>
          <a:lstStyle/>
          <a:p>
            <a:pPr>
              <a:spcBef>
                <a:spcPct val="20000"/>
              </a:spcBef>
              <a:defRPr/>
            </a:pPr>
            <a:fld id="{86DC9CB0-5120-4498-A0CA-7A28E012F515}" type="slidenum">
              <a:rPr lang="en-US" sz="1108" b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</a:rPr>
              <a:pPr>
                <a:spcBef>
                  <a:spcPct val="20000"/>
                </a:spcBef>
                <a:defRPr/>
              </a:pPr>
              <a:t>‹#›</a:t>
            </a:fld>
            <a:endParaRPr lang="en-US" sz="1108" b="0" dirty="0">
              <a:solidFill>
                <a:srgbClr val="0066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39551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5pPr>
      <a:lvl6pPr marL="422041"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6pPr>
      <a:lvl7pPr marL="844083"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7pPr>
      <a:lvl8pPr marL="1266124"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8pPr>
      <a:lvl9pPr marL="1688165"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9pPr>
    </p:titleStyle>
    <p:bodyStyle>
      <a:lvl1pPr marL="316531" indent="-316531" algn="l" rtl="0" eaLnBrk="0" fontAlgn="base" hangingPunct="0">
        <a:spcBef>
          <a:spcPct val="20000"/>
        </a:spcBef>
        <a:spcAft>
          <a:spcPct val="0"/>
        </a:spcAft>
        <a:buChar char="•"/>
        <a:defRPr sz="2954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rtl="0" eaLnBrk="0" fontAlgn="base" hangingPunct="0">
        <a:spcBef>
          <a:spcPct val="20000"/>
        </a:spcBef>
        <a:spcAft>
          <a:spcPct val="0"/>
        </a:spcAft>
        <a:buChar char="–"/>
        <a:defRPr sz="2585">
          <a:solidFill>
            <a:schemeClr val="tx1"/>
          </a:solidFill>
          <a:latin typeface="+mn-lt"/>
          <a:ea typeface="+mn-ea"/>
        </a:defRPr>
      </a:lvl2pPr>
      <a:lvl3pPr marL="1055103" indent="-211021" algn="l" rtl="0" eaLnBrk="0" fontAlgn="base" hangingPunct="0">
        <a:spcBef>
          <a:spcPct val="20000"/>
        </a:spcBef>
        <a:spcAft>
          <a:spcPct val="0"/>
        </a:spcAft>
        <a:buChar char="•"/>
        <a:defRPr sz="2215">
          <a:solidFill>
            <a:schemeClr val="tx1"/>
          </a:solidFill>
          <a:latin typeface="+mn-lt"/>
          <a:ea typeface="+mn-ea"/>
        </a:defRPr>
      </a:lvl3pPr>
      <a:lvl4pPr marL="1477145" indent="-211021" algn="l" rtl="0" eaLnBrk="0" fontAlgn="base" hangingPunct="0">
        <a:spcBef>
          <a:spcPct val="20000"/>
        </a:spcBef>
        <a:spcAft>
          <a:spcPct val="0"/>
        </a:spcAft>
        <a:buChar char="–"/>
        <a:defRPr sz="1846">
          <a:solidFill>
            <a:schemeClr val="tx1"/>
          </a:solidFill>
          <a:latin typeface="+mn-lt"/>
          <a:ea typeface="+mn-ea"/>
        </a:defRPr>
      </a:lvl4pPr>
      <a:lvl5pPr marL="1899186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5pPr>
      <a:lvl6pPr marL="2321227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6pPr>
      <a:lvl7pPr marL="2743269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7pPr>
      <a:lvl8pPr marL="3165310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8pPr>
      <a:lvl9pPr marL="3587351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6"/>
          <p:cNvSpPr txBox="1">
            <a:spLocks noChangeArrowheads="1"/>
          </p:cNvSpPr>
          <p:nvPr userDrawn="1"/>
        </p:nvSpPr>
        <p:spPr bwMode="auto">
          <a:xfrm>
            <a:off x="52113" y="6533451"/>
            <a:ext cx="2209800" cy="2650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43200" rIns="0" bIns="432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108" b="0" dirty="0">
                <a:latin typeface="微软雅黑" pitchFamily="34" charset="-122"/>
                <a:ea typeface="微软雅黑" pitchFamily="34" charset="-122"/>
              </a:rPr>
              <a:t>Great Company Great People</a:t>
            </a:r>
          </a:p>
        </p:txBody>
      </p:sp>
      <p:graphicFrame>
        <p:nvGraphicFramePr>
          <p:cNvPr id="18" name="Group 165"/>
          <p:cNvGraphicFramePr>
            <a:graphicFrameLocks noGrp="1"/>
          </p:cNvGraphicFramePr>
          <p:nvPr userDrawn="1"/>
        </p:nvGraphicFramePr>
        <p:xfrm>
          <a:off x="118582" y="116632"/>
          <a:ext cx="8853006" cy="365760"/>
        </p:xfrm>
        <a:graphic>
          <a:graphicData uri="http://schemas.openxmlformats.org/drawingml/2006/table">
            <a:tbl>
              <a:tblPr/>
              <a:tblGrid>
                <a:gridCol w="1356322"/>
                <a:gridCol w="4855702"/>
                <a:gridCol w="598154"/>
                <a:gridCol w="598154"/>
                <a:gridCol w="598154"/>
                <a:gridCol w="846520"/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Function name</a:t>
                      </a:r>
                    </a:p>
                  </a:txBody>
                  <a:tcPr marL="33231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Page</a:t>
                      </a: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Write</a:t>
                      </a: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2015.11.12</a:t>
                      </a: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" name="Rectangle 109"/>
          <p:cNvSpPr>
            <a:spLocks noChangeArrowheads="1"/>
          </p:cNvSpPr>
          <p:nvPr userDrawn="1"/>
        </p:nvSpPr>
        <p:spPr bwMode="auto">
          <a:xfrm>
            <a:off x="6499417" y="116632"/>
            <a:ext cx="1395046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4992" tIns="42497" rIns="84992" bIns="42497" anchor="ctr"/>
          <a:lstStyle/>
          <a:p>
            <a:pPr>
              <a:spcBef>
                <a:spcPct val="20000"/>
              </a:spcBef>
              <a:defRPr/>
            </a:pPr>
            <a:fld id="{86DC9CB0-5120-4498-A0CA-7A28E012F515}" type="slidenum">
              <a:rPr lang="en-US" sz="1108" b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</a:rPr>
              <a:pPr>
                <a:spcBef>
                  <a:spcPct val="20000"/>
                </a:spcBef>
                <a:defRPr/>
              </a:pPr>
              <a:t>‹#›</a:t>
            </a:fld>
            <a:endParaRPr lang="en-US" sz="1108" b="0" dirty="0">
              <a:solidFill>
                <a:srgbClr val="0066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48116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5pPr>
      <a:lvl6pPr marL="422041"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6pPr>
      <a:lvl7pPr marL="844083"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7pPr>
      <a:lvl8pPr marL="1266124"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8pPr>
      <a:lvl9pPr marL="1688165"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9pPr>
    </p:titleStyle>
    <p:bodyStyle>
      <a:lvl1pPr marL="316531" indent="-316531" algn="l" rtl="0" eaLnBrk="0" fontAlgn="base" hangingPunct="0">
        <a:spcBef>
          <a:spcPct val="20000"/>
        </a:spcBef>
        <a:spcAft>
          <a:spcPct val="0"/>
        </a:spcAft>
        <a:buChar char="•"/>
        <a:defRPr sz="2954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rtl="0" eaLnBrk="0" fontAlgn="base" hangingPunct="0">
        <a:spcBef>
          <a:spcPct val="20000"/>
        </a:spcBef>
        <a:spcAft>
          <a:spcPct val="0"/>
        </a:spcAft>
        <a:buChar char="–"/>
        <a:defRPr sz="2585">
          <a:solidFill>
            <a:schemeClr val="tx1"/>
          </a:solidFill>
          <a:latin typeface="+mn-lt"/>
          <a:ea typeface="+mn-ea"/>
        </a:defRPr>
      </a:lvl2pPr>
      <a:lvl3pPr marL="1055103" indent="-211021" algn="l" rtl="0" eaLnBrk="0" fontAlgn="base" hangingPunct="0">
        <a:spcBef>
          <a:spcPct val="20000"/>
        </a:spcBef>
        <a:spcAft>
          <a:spcPct val="0"/>
        </a:spcAft>
        <a:buChar char="•"/>
        <a:defRPr sz="2215">
          <a:solidFill>
            <a:schemeClr val="tx1"/>
          </a:solidFill>
          <a:latin typeface="+mn-lt"/>
          <a:ea typeface="+mn-ea"/>
        </a:defRPr>
      </a:lvl3pPr>
      <a:lvl4pPr marL="1477145" indent="-211021" algn="l" rtl="0" eaLnBrk="0" fontAlgn="base" hangingPunct="0">
        <a:spcBef>
          <a:spcPct val="20000"/>
        </a:spcBef>
        <a:spcAft>
          <a:spcPct val="0"/>
        </a:spcAft>
        <a:buChar char="–"/>
        <a:defRPr sz="1846">
          <a:solidFill>
            <a:schemeClr val="tx1"/>
          </a:solidFill>
          <a:latin typeface="+mn-lt"/>
          <a:ea typeface="+mn-ea"/>
        </a:defRPr>
      </a:lvl4pPr>
      <a:lvl5pPr marL="1899186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5pPr>
      <a:lvl6pPr marL="2321227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6pPr>
      <a:lvl7pPr marL="2743269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7pPr>
      <a:lvl8pPr marL="3165310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8pPr>
      <a:lvl9pPr marL="3587351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6"/>
          <p:cNvSpPr txBox="1">
            <a:spLocks noChangeArrowheads="1"/>
          </p:cNvSpPr>
          <p:nvPr userDrawn="1"/>
        </p:nvSpPr>
        <p:spPr bwMode="auto">
          <a:xfrm>
            <a:off x="52113" y="6533451"/>
            <a:ext cx="2209800" cy="2650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43200" rIns="0" bIns="432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108" b="0" dirty="0">
                <a:latin typeface="微软雅黑" pitchFamily="34" charset="-122"/>
                <a:ea typeface="微软雅黑" pitchFamily="34" charset="-122"/>
              </a:rPr>
              <a:t>Great Company Great People</a:t>
            </a:r>
          </a:p>
        </p:txBody>
      </p:sp>
      <p:graphicFrame>
        <p:nvGraphicFramePr>
          <p:cNvPr id="18" name="Group 165"/>
          <p:cNvGraphicFramePr>
            <a:graphicFrameLocks noGrp="1"/>
          </p:cNvGraphicFramePr>
          <p:nvPr userDrawn="1"/>
        </p:nvGraphicFramePr>
        <p:xfrm>
          <a:off x="118582" y="116632"/>
          <a:ext cx="8853006" cy="365760"/>
        </p:xfrm>
        <a:graphic>
          <a:graphicData uri="http://schemas.openxmlformats.org/drawingml/2006/table">
            <a:tbl>
              <a:tblPr/>
              <a:tblGrid>
                <a:gridCol w="1356322"/>
                <a:gridCol w="4855702"/>
                <a:gridCol w="598154"/>
                <a:gridCol w="598154"/>
                <a:gridCol w="598154"/>
                <a:gridCol w="846520"/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Function name</a:t>
                      </a:r>
                    </a:p>
                  </a:txBody>
                  <a:tcPr marL="33231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Page</a:t>
                      </a: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Write</a:t>
                      </a: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2015.11.12</a:t>
                      </a: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" name="Rectangle 109"/>
          <p:cNvSpPr>
            <a:spLocks noChangeArrowheads="1"/>
          </p:cNvSpPr>
          <p:nvPr userDrawn="1"/>
        </p:nvSpPr>
        <p:spPr bwMode="auto">
          <a:xfrm>
            <a:off x="6499417" y="116632"/>
            <a:ext cx="1395046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4992" tIns="42497" rIns="84992" bIns="42497" anchor="ctr"/>
          <a:lstStyle/>
          <a:p>
            <a:pPr>
              <a:spcBef>
                <a:spcPct val="20000"/>
              </a:spcBef>
              <a:defRPr/>
            </a:pPr>
            <a:fld id="{86DC9CB0-5120-4498-A0CA-7A28E012F515}" type="slidenum">
              <a:rPr lang="en-US" sz="1108" b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</a:rPr>
              <a:pPr>
                <a:spcBef>
                  <a:spcPct val="20000"/>
                </a:spcBef>
                <a:defRPr/>
              </a:pPr>
              <a:t>‹#›</a:t>
            </a:fld>
            <a:endParaRPr lang="en-US" sz="1108" b="0" dirty="0">
              <a:solidFill>
                <a:srgbClr val="0066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44804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5pPr>
      <a:lvl6pPr marL="422041"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6pPr>
      <a:lvl7pPr marL="844083"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7pPr>
      <a:lvl8pPr marL="1266124"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8pPr>
      <a:lvl9pPr marL="1688165"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9pPr>
    </p:titleStyle>
    <p:bodyStyle>
      <a:lvl1pPr marL="316531" indent="-316531" algn="l" rtl="0" eaLnBrk="0" fontAlgn="base" hangingPunct="0">
        <a:spcBef>
          <a:spcPct val="20000"/>
        </a:spcBef>
        <a:spcAft>
          <a:spcPct val="0"/>
        </a:spcAft>
        <a:buChar char="•"/>
        <a:defRPr sz="2954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rtl="0" eaLnBrk="0" fontAlgn="base" hangingPunct="0">
        <a:spcBef>
          <a:spcPct val="20000"/>
        </a:spcBef>
        <a:spcAft>
          <a:spcPct val="0"/>
        </a:spcAft>
        <a:buChar char="–"/>
        <a:defRPr sz="2585">
          <a:solidFill>
            <a:schemeClr val="tx1"/>
          </a:solidFill>
          <a:latin typeface="+mn-lt"/>
          <a:ea typeface="+mn-ea"/>
        </a:defRPr>
      </a:lvl2pPr>
      <a:lvl3pPr marL="1055103" indent="-211021" algn="l" rtl="0" eaLnBrk="0" fontAlgn="base" hangingPunct="0">
        <a:spcBef>
          <a:spcPct val="20000"/>
        </a:spcBef>
        <a:spcAft>
          <a:spcPct val="0"/>
        </a:spcAft>
        <a:buChar char="•"/>
        <a:defRPr sz="2215">
          <a:solidFill>
            <a:schemeClr val="tx1"/>
          </a:solidFill>
          <a:latin typeface="+mn-lt"/>
          <a:ea typeface="+mn-ea"/>
        </a:defRPr>
      </a:lvl3pPr>
      <a:lvl4pPr marL="1477145" indent="-211021" algn="l" rtl="0" eaLnBrk="0" fontAlgn="base" hangingPunct="0">
        <a:spcBef>
          <a:spcPct val="20000"/>
        </a:spcBef>
        <a:spcAft>
          <a:spcPct val="0"/>
        </a:spcAft>
        <a:buChar char="–"/>
        <a:defRPr sz="1846">
          <a:solidFill>
            <a:schemeClr val="tx1"/>
          </a:solidFill>
          <a:latin typeface="+mn-lt"/>
          <a:ea typeface="+mn-ea"/>
        </a:defRPr>
      </a:lvl4pPr>
      <a:lvl5pPr marL="1899186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5pPr>
      <a:lvl6pPr marL="2321227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6pPr>
      <a:lvl7pPr marL="2743269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7pPr>
      <a:lvl8pPr marL="3165310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8pPr>
      <a:lvl9pPr marL="3587351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6"/>
          <p:cNvSpPr txBox="1">
            <a:spLocks noChangeArrowheads="1"/>
          </p:cNvSpPr>
          <p:nvPr userDrawn="1"/>
        </p:nvSpPr>
        <p:spPr bwMode="auto">
          <a:xfrm>
            <a:off x="52113" y="6533451"/>
            <a:ext cx="2209800" cy="2650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43200" rIns="0" bIns="432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108" b="0" dirty="0">
                <a:latin typeface="微软雅黑" pitchFamily="34" charset="-122"/>
                <a:ea typeface="微软雅黑" pitchFamily="34" charset="-122"/>
              </a:rPr>
              <a:t>Great Company Great People</a:t>
            </a:r>
          </a:p>
        </p:txBody>
      </p:sp>
      <p:graphicFrame>
        <p:nvGraphicFramePr>
          <p:cNvPr id="18" name="Group 165"/>
          <p:cNvGraphicFramePr>
            <a:graphicFrameLocks noGrp="1"/>
          </p:cNvGraphicFramePr>
          <p:nvPr userDrawn="1"/>
        </p:nvGraphicFramePr>
        <p:xfrm>
          <a:off x="118582" y="116632"/>
          <a:ext cx="8853006" cy="365760"/>
        </p:xfrm>
        <a:graphic>
          <a:graphicData uri="http://schemas.openxmlformats.org/drawingml/2006/table">
            <a:tbl>
              <a:tblPr/>
              <a:tblGrid>
                <a:gridCol w="1356322"/>
                <a:gridCol w="4855702"/>
                <a:gridCol w="598154"/>
                <a:gridCol w="598154"/>
                <a:gridCol w="598154"/>
                <a:gridCol w="846520"/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Function name</a:t>
                      </a:r>
                    </a:p>
                  </a:txBody>
                  <a:tcPr marL="33231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Page</a:t>
                      </a: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Write</a:t>
                      </a: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2015.11.12</a:t>
                      </a: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" name="Rectangle 109"/>
          <p:cNvSpPr>
            <a:spLocks noChangeArrowheads="1"/>
          </p:cNvSpPr>
          <p:nvPr userDrawn="1"/>
        </p:nvSpPr>
        <p:spPr bwMode="auto">
          <a:xfrm>
            <a:off x="6499417" y="116632"/>
            <a:ext cx="1395046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4992" tIns="42497" rIns="84992" bIns="42497" anchor="ctr"/>
          <a:lstStyle/>
          <a:p>
            <a:pPr>
              <a:spcBef>
                <a:spcPct val="20000"/>
              </a:spcBef>
              <a:defRPr/>
            </a:pPr>
            <a:fld id="{86DC9CB0-5120-4498-A0CA-7A28E012F515}" type="slidenum">
              <a:rPr lang="en-US" sz="1108" b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</a:rPr>
              <a:pPr>
                <a:spcBef>
                  <a:spcPct val="20000"/>
                </a:spcBef>
                <a:defRPr/>
              </a:pPr>
              <a:t>‹#›</a:t>
            </a:fld>
            <a:endParaRPr lang="en-US" sz="1108" b="0" dirty="0">
              <a:solidFill>
                <a:srgbClr val="0066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6380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5pPr>
      <a:lvl6pPr marL="422041"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6pPr>
      <a:lvl7pPr marL="844083"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7pPr>
      <a:lvl8pPr marL="1266124"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8pPr>
      <a:lvl9pPr marL="1688165"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9pPr>
    </p:titleStyle>
    <p:bodyStyle>
      <a:lvl1pPr marL="316531" indent="-316531" algn="l" rtl="0" eaLnBrk="0" fontAlgn="base" hangingPunct="0">
        <a:spcBef>
          <a:spcPct val="20000"/>
        </a:spcBef>
        <a:spcAft>
          <a:spcPct val="0"/>
        </a:spcAft>
        <a:buChar char="•"/>
        <a:defRPr sz="2954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rtl="0" eaLnBrk="0" fontAlgn="base" hangingPunct="0">
        <a:spcBef>
          <a:spcPct val="20000"/>
        </a:spcBef>
        <a:spcAft>
          <a:spcPct val="0"/>
        </a:spcAft>
        <a:buChar char="–"/>
        <a:defRPr sz="2585">
          <a:solidFill>
            <a:schemeClr val="tx1"/>
          </a:solidFill>
          <a:latin typeface="+mn-lt"/>
          <a:ea typeface="+mn-ea"/>
        </a:defRPr>
      </a:lvl2pPr>
      <a:lvl3pPr marL="1055103" indent="-211021" algn="l" rtl="0" eaLnBrk="0" fontAlgn="base" hangingPunct="0">
        <a:spcBef>
          <a:spcPct val="20000"/>
        </a:spcBef>
        <a:spcAft>
          <a:spcPct val="0"/>
        </a:spcAft>
        <a:buChar char="•"/>
        <a:defRPr sz="2215">
          <a:solidFill>
            <a:schemeClr val="tx1"/>
          </a:solidFill>
          <a:latin typeface="+mn-lt"/>
          <a:ea typeface="+mn-ea"/>
        </a:defRPr>
      </a:lvl3pPr>
      <a:lvl4pPr marL="1477145" indent="-211021" algn="l" rtl="0" eaLnBrk="0" fontAlgn="base" hangingPunct="0">
        <a:spcBef>
          <a:spcPct val="20000"/>
        </a:spcBef>
        <a:spcAft>
          <a:spcPct val="0"/>
        </a:spcAft>
        <a:buChar char="–"/>
        <a:defRPr sz="1846">
          <a:solidFill>
            <a:schemeClr val="tx1"/>
          </a:solidFill>
          <a:latin typeface="+mn-lt"/>
          <a:ea typeface="+mn-ea"/>
        </a:defRPr>
      </a:lvl4pPr>
      <a:lvl5pPr marL="1899186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5pPr>
      <a:lvl6pPr marL="2321227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6pPr>
      <a:lvl7pPr marL="2743269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7pPr>
      <a:lvl8pPr marL="3165310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8pPr>
      <a:lvl9pPr marL="3587351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6"/>
          <p:cNvSpPr txBox="1">
            <a:spLocks noChangeArrowheads="1"/>
          </p:cNvSpPr>
          <p:nvPr userDrawn="1"/>
        </p:nvSpPr>
        <p:spPr bwMode="auto">
          <a:xfrm>
            <a:off x="52113" y="6533451"/>
            <a:ext cx="2209800" cy="2650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43200" rIns="0" bIns="432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108" b="0" dirty="0">
                <a:latin typeface="微软雅黑" pitchFamily="34" charset="-122"/>
                <a:ea typeface="微软雅黑" pitchFamily="34" charset="-122"/>
              </a:rPr>
              <a:t>Great Company Great People</a:t>
            </a:r>
          </a:p>
        </p:txBody>
      </p:sp>
      <p:graphicFrame>
        <p:nvGraphicFramePr>
          <p:cNvPr id="18" name="Group 165"/>
          <p:cNvGraphicFramePr>
            <a:graphicFrameLocks noGrp="1"/>
          </p:cNvGraphicFramePr>
          <p:nvPr userDrawn="1"/>
        </p:nvGraphicFramePr>
        <p:xfrm>
          <a:off x="118582" y="116632"/>
          <a:ext cx="8853006" cy="365760"/>
        </p:xfrm>
        <a:graphic>
          <a:graphicData uri="http://schemas.openxmlformats.org/drawingml/2006/table">
            <a:tbl>
              <a:tblPr/>
              <a:tblGrid>
                <a:gridCol w="1356322"/>
                <a:gridCol w="4855702"/>
                <a:gridCol w="598154"/>
                <a:gridCol w="598154"/>
                <a:gridCol w="598154"/>
                <a:gridCol w="846520"/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Function name</a:t>
                      </a:r>
                    </a:p>
                  </a:txBody>
                  <a:tcPr marL="33231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Page</a:t>
                      </a: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Write</a:t>
                      </a: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2015.11.12</a:t>
                      </a:r>
                    </a:p>
                  </a:txBody>
                  <a:tcPr marL="33231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" name="Rectangle 109"/>
          <p:cNvSpPr>
            <a:spLocks noChangeArrowheads="1"/>
          </p:cNvSpPr>
          <p:nvPr userDrawn="1"/>
        </p:nvSpPr>
        <p:spPr bwMode="auto">
          <a:xfrm>
            <a:off x="6499417" y="116632"/>
            <a:ext cx="1395046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4992" tIns="42497" rIns="84992" bIns="42497" anchor="ctr"/>
          <a:lstStyle/>
          <a:p>
            <a:pPr>
              <a:spcBef>
                <a:spcPct val="20000"/>
              </a:spcBef>
              <a:defRPr/>
            </a:pPr>
            <a:fld id="{86DC9CB0-5120-4498-A0CA-7A28E012F515}" type="slidenum">
              <a:rPr lang="en-US" sz="1108" b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</a:rPr>
              <a:pPr>
                <a:spcBef>
                  <a:spcPct val="20000"/>
                </a:spcBef>
                <a:defRPr/>
              </a:pPr>
              <a:t>‹#›</a:t>
            </a:fld>
            <a:endParaRPr lang="en-US" sz="1108" b="0" dirty="0">
              <a:solidFill>
                <a:srgbClr val="0066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50720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5pPr>
      <a:lvl6pPr marL="422041"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6pPr>
      <a:lvl7pPr marL="844083"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7pPr>
      <a:lvl8pPr marL="1266124"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8pPr>
      <a:lvl9pPr marL="1688165" algn="l" rtl="0" eaLnBrk="0" fontAlgn="base" hangingPunct="0">
        <a:spcBef>
          <a:spcPct val="0"/>
        </a:spcBef>
        <a:spcAft>
          <a:spcPct val="0"/>
        </a:spcAft>
        <a:defRPr sz="2585" b="1">
          <a:solidFill>
            <a:schemeClr val="hlink"/>
          </a:solidFill>
          <a:latin typeface="Arial" pitchFamily="34" charset="0"/>
          <a:ea typeface="宋体" pitchFamily="2" charset="-122"/>
        </a:defRPr>
      </a:lvl9pPr>
    </p:titleStyle>
    <p:bodyStyle>
      <a:lvl1pPr marL="316531" indent="-316531" algn="l" rtl="0" eaLnBrk="0" fontAlgn="base" hangingPunct="0">
        <a:spcBef>
          <a:spcPct val="20000"/>
        </a:spcBef>
        <a:spcAft>
          <a:spcPct val="0"/>
        </a:spcAft>
        <a:buChar char="•"/>
        <a:defRPr sz="2954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rtl="0" eaLnBrk="0" fontAlgn="base" hangingPunct="0">
        <a:spcBef>
          <a:spcPct val="20000"/>
        </a:spcBef>
        <a:spcAft>
          <a:spcPct val="0"/>
        </a:spcAft>
        <a:buChar char="–"/>
        <a:defRPr sz="2585">
          <a:solidFill>
            <a:schemeClr val="tx1"/>
          </a:solidFill>
          <a:latin typeface="+mn-lt"/>
          <a:ea typeface="+mn-ea"/>
        </a:defRPr>
      </a:lvl2pPr>
      <a:lvl3pPr marL="1055103" indent="-211021" algn="l" rtl="0" eaLnBrk="0" fontAlgn="base" hangingPunct="0">
        <a:spcBef>
          <a:spcPct val="20000"/>
        </a:spcBef>
        <a:spcAft>
          <a:spcPct val="0"/>
        </a:spcAft>
        <a:buChar char="•"/>
        <a:defRPr sz="2215">
          <a:solidFill>
            <a:schemeClr val="tx1"/>
          </a:solidFill>
          <a:latin typeface="+mn-lt"/>
          <a:ea typeface="+mn-ea"/>
        </a:defRPr>
      </a:lvl3pPr>
      <a:lvl4pPr marL="1477145" indent="-211021" algn="l" rtl="0" eaLnBrk="0" fontAlgn="base" hangingPunct="0">
        <a:spcBef>
          <a:spcPct val="20000"/>
        </a:spcBef>
        <a:spcAft>
          <a:spcPct val="0"/>
        </a:spcAft>
        <a:buChar char="–"/>
        <a:defRPr sz="1846">
          <a:solidFill>
            <a:schemeClr val="tx1"/>
          </a:solidFill>
          <a:latin typeface="+mn-lt"/>
          <a:ea typeface="+mn-ea"/>
        </a:defRPr>
      </a:lvl4pPr>
      <a:lvl5pPr marL="1899186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5pPr>
      <a:lvl6pPr marL="2321227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6pPr>
      <a:lvl7pPr marL="2743269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7pPr>
      <a:lvl8pPr marL="3165310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8pPr>
      <a:lvl9pPr marL="3587351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BB5AB-D532-46D5-BA74-E02996469450}" type="datetimeFigureOut">
              <a:rPr lang="vi-VN" smtClean="0"/>
              <a:pPr/>
              <a:t>26/01/2018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D50C0-9690-42CA-97FD-377AAF3B3EEC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3825378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A3FFE-7133-4E99-9728-9EF3358A8F91}" type="datetimeFigureOut">
              <a:rPr lang="vi-VN" smtClean="0"/>
              <a:pPr/>
              <a:t>26/01/2018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9F96B1-0DD7-4619-BA63-FA810AEC1F27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1052989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12750" y="3636963"/>
            <a:ext cx="7399610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5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- Module ESS -</a:t>
            </a:r>
            <a:endParaRPr lang="en-US" altLang="zh-CN" sz="25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8596" y="3060249"/>
            <a:ext cx="7383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 smtClean="0">
                <a:latin typeface="Times New Roman" pitchFamily="18" charset="0"/>
                <a:ea typeface="Arial Unicode MS" pitchFamily="34" charset="-122"/>
                <a:cs typeface="Times New Roman" pitchFamily="18" charset="0"/>
              </a:rPr>
              <a:t>사용자메뉴얼</a:t>
            </a:r>
            <a:endParaRPr lang="zh-CN" altLang="en-US" sz="3200" dirty="0">
              <a:latin typeface="Times New Roman" pitchFamily="18" charset="0"/>
              <a:ea typeface="Arial Unicode MS" pitchFamily="34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竖排文字占位符 1"/>
          <p:cNvSpPr txBox="1">
            <a:spLocks noChangeArrowheads="1"/>
          </p:cNvSpPr>
          <p:nvPr/>
        </p:nvSpPr>
        <p:spPr bwMode="auto">
          <a:xfrm>
            <a:off x="1403648" y="116632"/>
            <a:ext cx="4852231" cy="26587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400" kern="0" dirty="0" smtClean="0">
                <a:latin typeface="微软雅黑" pitchFamily="34" charset="-122"/>
                <a:ea typeface="微软雅黑" pitchFamily="34" charset="-122"/>
              </a:rPr>
              <a:t>인사시스템</a:t>
            </a:r>
            <a:r>
              <a:rPr lang="zh-CN" altLang="en-US" sz="1400" b="0" kern="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b="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400" kern="0" dirty="0" smtClean="0">
                <a:latin typeface="微软雅黑" pitchFamily="34" charset="-122"/>
                <a:ea typeface="微软雅黑" pitchFamily="34" charset="-122"/>
              </a:rPr>
              <a:t>로그인페이지</a:t>
            </a:r>
            <a:endParaRPr lang="zh-CN" altLang="en-US" sz="14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 Box 8"/>
          <p:cNvSpPr txBox="1">
            <a:spLocks noChangeArrowheads="1"/>
          </p:cNvSpPr>
          <p:nvPr/>
        </p:nvSpPr>
        <p:spPr bwMode="auto">
          <a:xfrm>
            <a:off x="52113" y="903181"/>
            <a:ext cx="4586356" cy="43332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16531" indent="-316531" algn="l" eaLnBrk="0" hangingPunct="0">
              <a:lnSpc>
                <a:spcPct val="150000"/>
              </a:lnSpc>
            </a:pPr>
            <a:r>
              <a:rPr lang="ko-KR" altLang="en-US" sz="1477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시스템 </a:t>
            </a:r>
            <a:r>
              <a:rPr lang="en-US" altLang="ko-KR" sz="1477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ko-KR" altLang="en-US" sz="1477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주소</a:t>
            </a:r>
            <a:r>
              <a:rPr lang="en-US" altLang="zh-CN" sz="1477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: </a:t>
            </a:r>
            <a:r>
              <a:rPr lang="en-US" altLang="zh-CN" sz="1477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http</a:t>
            </a:r>
            <a:r>
              <a:rPr lang="en-US" altLang="zh-CN" sz="1477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://123.30.240.96:8085/</a:t>
            </a:r>
            <a:endParaRPr lang="zh-CN" altLang="en-US" sz="1477" u="sng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Text Box 8"/>
          <p:cNvSpPr txBox="1">
            <a:spLocks noChangeArrowheads="1"/>
          </p:cNvSpPr>
          <p:nvPr/>
        </p:nvSpPr>
        <p:spPr bwMode="auto">
          <a:xfrm>
            <a:off x="2644401" y="4824847"/>
            <a:ext cx="4586356" cy="158376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16531" indent="-316531" algn="l" eaLnBrk="0" hangingPunct="0">
              <a:lnSpc>
                <a:spcPct val="150000"/>
              </a:lnSpc>
            </a:pPr>
            <a:r>
              <a:rPr lang="en-US" altLang="zh-CN" sz="1292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COMPANY:HTSV</a:t>
            </a:r>
            <a:endParaRPr lang="en-US" altLang="zh-CN" sz="1292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16531" indent="-316531" algn="l" eaLnBrk="0" hangingPunct="0">
              <a:lnSpc>
                <a:spcPct val="150000"/>
              </a:lnSpc>
            </a:pPr>
            <a:r>
              <a:rPr lang="en-US" altLang="zh-CN" sz="1292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USER </a:t>
            </a:r>
            <a:r>
              <a:rPr lang="en-US" altLang="zh-CN" sz="1292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zh-CN" altLang="en-US" sz="1292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292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16531" indent="-316531" algn="l" eaLnBrk="0" hangingPunct="0">
              <a:lnSpc>
                <a:spcPct val="150000"/>
              </a:lnSpc>
            </a:pPr>
            <a:r>
              <a:rPr lang="en-US" altLang="zh-CN" sz="1292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PASSWORD</a:t>
            </a:r>
            <a:r>
              <a:rPr lang="en-US" altLang="zh-CN" sz="1292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marL="316531" indent="-316531" algn="l" eaLnBrk="0" hangingPunct="0">
              <a:lnSpc>
                <a:spcPct val="150000"/>
              </a:lnSpc>
            </a:pPr>
            <a:r>
              <a:rPr lang="ko-KR" altLang="en-US" sz="1292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시스템</a:t>
            </a:r>
            <a:r>
              <a:rPr lang="zh-CN" altLang="en-US" sz="1292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292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ESS</a:t>
            </a:r>
          </a:p>
          <a:p>
            <a:pPr marL="316531" indent="-316531" algn="l" eaLnBrk="0" hangingPunct="0">
              <a:lnSpc>
                <a:spcPct val="150000"/>
              </a:lnSpc>
            </a:pPr>
            <a:r>
              <a:rPr lang="ko-KR" altLang="en-US" sz="1292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언어</a:t>
            </a:r>
            <a:r>
              <a:rPr lang="en-US" altLang="ko-KR" sz="1292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: Korean</a:t>
            </a:r>
            <a:endParaRPr lang="zh-CN" altLang="en-US" sz="1292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1285860"/>
            <a:ext cx="7429552" cy="3619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4008886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493587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lvl="0" algn="l" eaLnBrk="0" hangingPunct="0"/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My home </a:t>
            </a:r>
            <a:r>
              <a:rPr lang="ko-KR" altLang="en-US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직원페이지</a:t>
            </a:r>
            <a:endParaRPr lang="zh-CN" altLang="en-US" sz="12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86578" y="1571612"/>
            <a:ext cx="2357422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기능상세설명</a:t>
            </a:r>
            <a:r>
              <a:rPr lang="zh-CN" altLang="en-US" sz="11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4</a:t>
            </a:r>
            <a:r>
              <a:rPr lang="ko-KR" altLang="en-US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개 사용자로 구분</a:t>
            </a:r>
            <a:r>
              <a:rPr lang="en-US" altLang="ko-KR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:</a:t>
            </a:r>
          </a:p>
          <a:p>
            <a:pPr marL="228600" indent="-228600" algn="l">
              <a:spcBef>
                <a:spcPct val="50000"/>
              </a:spcBef>
            </a:pPr>
            <a:r>
              <a:rPr lang="en-US" altLang="zh-CN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        </a:t>
            </a:r>
            <a:r>
              <a:rPr lang="en-US" altLang="zh-CN" sz="1100" dirty="0" err="1" smtClean="0">
                <a:latin typeface="+mj-lt"/>
                <a:ea typeface="微软雅黑" pitchFamily="34" charset="-122"/>
                <a:cs typeface="Times New Roman" pitchFamily="18" charset="0"/>
              </a:rPr>
              <a:t>MyHome</a:t>
            </a:r>
            <a:r>
              <a:rPr lang="en-US" altLang="zh-CN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:</a:t>
            </a:r>
            <a:r>
              <a:rPr lang="ko-KR" altLang="en-US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직원 개인사용페이지</a:t>
            </a:r>
            <a:endParaRPr lang="en-US" altLang="ko-KR" sz="1100" dirty="0" smtClean="0">
              <a:latin typeface="+mj-lt"/>
              <a:ea typeface="微软雅黑" pitchFamily="34" charset="-122"/>
              <a:cs typeface="Times New Roman" pitchFamily="18" charset="0"/>
            </a:endParaRPr>
          </a:p>
          <a:p>
            <a:pPr marL="228600" indent="-228600" algn="l">
              <a:spcBef>
                <a:spcPct val="50000"/>
              </a:spcBef>
            </a:pPr>
            <a:r>
              <a:rPr lang="en-US" altLang="zh-CN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         </a:t>
            </a:r>
            <a:r>
              <a:rPr lang="en-US" altLang="zh-CN" sz="1100" dirty="0" err="1" smtClean="0">
                <a:latin typeface="+mj-lt"/>
                <a:ea typeface="微软雅黑" pitchFamily="34" charset="-122"/>
                <a:cs typeface="Times New Roman" pitchFamily="18" charset="0"/>
              </a:rPr>
              <a:t>Coordingnator</a:t>
            </a:r>
            <a:r>
              <a:rPr lang="en-US" altLang="zh-CN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:</a:t>
            </a:r>
            <a:r>
              <a:rPr lang="ko-KR" altLang="en-US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근태원 관리권한페이지</a:t>
            </a:r>
            <a:r>
              <a:rPr lang="en-US" altLang="ko-KR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, </a:t>
            </a:r>
            <a:r>
              <a:rPr lang="ko-KR" altLang="en-US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부분 부서장또한 권한부여하여 조회가능</a:t>
            </a:r>
            <a:endParaRPr lang="en-US" altLang="ko-KR" sz="1100" dirty="0" smtClean="0">
              <a:latin typeface="+mj-lt"/>
              <a:ea typeface="微软雅黑" pitchFamily="34" charset="-122"/>
              <a:cs typeface="Times New Roman" pitchFamily="18" charset="0"/>
            </a:endParaRPr>
          </a:p>
          <a:p>
            <a:pPr marL="228600" indent="-228600" algn="l">
              <a:spcBef>
                <a:spcPct val="50000"/>
              </a:spcBef>
            </a:pPr>
            <a:r>
              <a:rPr lang="en-US" altLang="zh-CN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    Management:</a:t>
            </a:r>
            <a:r>
              <a:rPr lang="ko-KR" altLang="en-US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부서장관리권한페이지</a:t>
            </a:r>
            <a:r>
              <a:rPr lang="en-US" altLang="ko-KR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.</a:t>
            </a:r>
          </a:p>
          <a:p>
            <a:pPr marL="228600" indent="-228600" algn="l">
              <a:spcBef>
                <a:spcPct val="50000"/>
              </a:spcBef>
            </a:pPr>
            <a:r>
              <a:rPr lang="en-US" altLang="zh-CN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        Administrator:</a:t>
            </a:r>
            <a:r>
              <a:rPr lang="ko-KR" altLang="en-US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관리자페이지</a:t>
            </a:r>
            <a:r>
              <a:rPr lang="en-US" altLang="ko-KR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, </a:t>
            </a:r>
            <a:r>
              <a:rPr lang="ko-KR" altLang="en-US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사용자 변화페이지 </a:t>
            </a:r>
            <a:endParaRPr lang="en-US" altLang="ko-KR" sz="1100" dirty="0" smtClean="0">
              <a:latin typeface="+mj-lt"/>
              <a:ea typeface="微软雅黑" pitchFamily="34" charset="-122"/>
              <a:cs typeface="Times New Roman" pitchFamily="18" charset="0"/>
            </a:endParaRPr>
          </a:p>
          <a:p>
            <a:pPr marL="228600" indent="-228600" algn="l">
              <a:spcBef>
                <a:spcPct val="50000"/>
              </a:spcBef>
            </a:pPr>
            <a:r>
              <a:rPr lang="ko-KR" altLang="en-US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직무의 부동합에 따라 조회하는 페이지 다름</a:t>
            </a:r>
            <a:endParaRPr lang="en-US" altLang="zh-CN" sz="1100" dirty="0" smtClean="0">
              <a:latin typeface="+mj-lt"/>
              <a:ea typeface="微软雅黑" pitchFamily="34" charset="-122"/>
              <a:cs typeface="Times New Roman" pitchFamily="18" charset="0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marL="228600" indent="-228600" algn="l">
              <a:spcBef>
                <a:spcPct val="50000"/>
              </a:spcBef>
            </a:pPr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/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/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/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/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/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/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/>
            <a:endParaRPr lang="zh-CN" altLang="en-US" sz="11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28736"/>
            <a:ext cx="6801919" cy="3081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1500174"/>
            <a:ext cx="828675" cy="666750"/>
          </a:xfrm>
          <a:prstGeom prst="rect">
            <a:avLst/>
          </a:prstGeom>
          <a:noFill/>
          <a:ln w="25400">
            <a:solidFill>
              <a:srgbClr val="00B05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인사정보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기초정보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72330" y="571480"/>
            <a:ext cx="2071702" cy="5593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수정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1100" dirty="0" smtClean="0"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수정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을 클릭하여 개인사항정보에 대해 수정가능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②</a:t>
            </a: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추가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1100" dirty="0" smtClean="0"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추가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를 클릭하여 주소유형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가족성원정보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긴급연락인을 추가가능</a:t>
            </a:r>
            <a:endParaRPr lang="en-US" altLang="ko-KR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주소유형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가족구성정보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긴근연락인의 정보는 클릭하여 수정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삭제가능</a:t>
            </a:r>
            <a:endParaRPr lang="en-US" altLang="ko-KR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수정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추가 상세페이지는 다음 페이지 참조바람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</a:pP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개인기본정보에 대해 조회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수정가능</a:t>
                      </a:r>
                      <a:endParaRPr kumimoji="1" lang="en-US" altLang="zh-CN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페이지의 추가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수정 및 삭제는 신청하여 승인이후 변경사항이 해당페이지에 보여줌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0042"/>
            <a:ext cx="7000891" cy="2691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2" y="3155714"/>
            <a:ext cx="6858048" cy="1630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椭圆 11"/>
          <p:cNvSpPr/>
          <p:nvPr/>
        </p:nvSpPr>
        <p:spPr>
          <a:xfrm>
            <a:off x="5857884" y="1714488"/>
            <a:ext cx="214314" cy="21431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AutoShape 23"/>
          <p:cNvSpPr>
            <a:spLocks noChangeArrowheads="1"/>
          </p:cNvSpPr>
          <p:nvPr/>
        </p:nvSpPr>
        <p:spPr bwMode="auto">
          <a:xfrm>
            <a:off x="6143636" y="1714488"/>
            <a:ext cx="357190" cy="214314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 sz="100" dirty="0">
              <a:ea typeface="微软雅黑" pitchFamily="34" charset="-122"/>
            </a:endParaRPr>
          </a:p>
        </p:txBody>
      </p:sp>
      <p:sp>
        <p:nvSpPr>
          <p:cNvPr id="14" name="AutoShape 23"/>
          <p:cNvSpPr>
            <a:spLocks noChangeArrowheads="1"/>
          </p:cNvSpPr>
          <p:nvPr/>
        </p:nvSpPr>
        <p:spPr bwMode="auto">
          <a:xfrm>
            <a:off x="6143636" y="2500306"/>
            <a:ext cx="357190" cy="214314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 sz="100" dirty="0">
              <a:ea typeface="微软雅黑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5857884" y="2500306"/>
            <a:ext cx="214314" cy="21431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AutoShape 23"/>
          <p:cNvSpPr>
            <a:spLocks noChangeArrowheads="1"/>
          </p:cNvSpPr>
          <p:nvPr/>
        </p:nvSpPr>
        <p:spPr bwMode="auto">
          <a:xfrm>
            <a:off x="1071538" y="2928934"/>
            <a:ext cx="500066" cy="285752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 sz="100" dirty="0">
              <a:ea typeface="微软雅黑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71670" y="1571613"/>
            <a:ext cx="2697166" cy="135732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cxnSp>
        <p:nvCxnSpPr>
          <p:cNvPr id="18" name="肘形连接符 17"/>
          <p:cNvCxnSpPr>
            <a:stCxn id="16" idx="3"/>
            <a:endCxn id="1026" idx="1"/>
          </p:cNvCxnSpPr>
          <p:nvPr/>
        </p:nvCxnSpPr>
        <p:spPr>
          <a:xfrm flipV="1">
            <a:off x="1571604" y="2250274"/>
            <a:ext cx="500066" cy="821536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71670" y="3071811"/>
            <a:ext cx="2714644" cy="1285884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21" name="AutoShape 23"/>
          <p:cNvSpPr>
            <a:spLocks noChangeArrowheads="1"/>
          </p:cNvSpPr>
          <p:nvPr/>
        </p:nvSpPr>
        <p:spPr bwMode="auto">
          <a:xfrm>
            <a:off x="1071538" y="3571876"/>
            <a:ext cx="500066" cy="285752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 sz="100" dirty="0">
              <a:ea typeface="微软雅黑" pitchFamily="34" charset="-122"/>
            </a:endParaRPr>
          </a:p>
        </p:txBody>
      </p:sp>
      <p:cxnSp>
        <p:nvCxnSpPr>
          <p:cNvPr id="23" name="肘形连接符 22"/>
          <p:cNvCxnSpPr>
            <a:stCxn id="21" idx="3"/>
          </p:cNvCxnSpPr>
          <p:nvPr/>
        </p:nvCxnSpPr>
        <p:spPr>
          <a:xfrm flipV="1">
            <a:off x="1571604" y="3500438"/>
            <a:ext cx="500066" cy="214314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072066" y="4286256"/>
            <a:ext cx="2628903" cy="1342903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24" name="AutoShape 23"/>
          <p:cNvSpPr>
            <a:spLocks noChangeArrowheads="1"/>
          </p:cNvSpPr>
          <p:nvPr/>
        </p:nvSpPr>
        <p:spPr bwMode="auto">
          <a:xfrm>
            <a:off x="1071538" y="4500570"/>
            <a:ext cx="500066" cy="285752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 sz="100" dirty="0">
              <a:ea typeface="微软雅黑" pitchFamily="34" charset="-122"/>
            </a:endParaRPr>
          </a:p>
        </p:txBody>
      </p:sp>
      <p:cxnSp>
        <p:nvCxnSpPr>
          <p:cNvPr id="26" name="肘形连接符 25"/>
          <p:cNvCxnSpPr>
            <a:stCxn id="24" idx="3"/>
          </p:cNvCxnSpPr>
          <p:nvPr/>
        </p:nvCxnSpPr>
        <p:spPr>
          <a:xfrm>
            <a:off x="1571604" y="4643446"/>
            <a:ext cx="3571900" cy="214314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243177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928670"/>
            <a:ext cx="3845875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7686" y="928670"/>
            <a:ext cx="4452942" cy="2063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283" y="3777324"/>
            <a:ext cx="3857652" cy="2010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29124" y="3786191"/>
            <a:ext cx="4286280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785786" y="500042"/>
            <a:ext cx="1928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개인사항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500694" y="500042"/>
            <a:ext cx="1928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주소유형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71538" y="3214686"/>
            <a:ext cx="1928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가족구성정보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572132" y="3214686"/>
            <a:ext cx="1928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긴급연락인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인사정보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업무정보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85794"/>
            <a:ext cx="6715140" cy="3824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20" y="3714752"/>
            <a:ext cx="4857784" cy="272977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8" name="AutoShape 23"/>
          <p:cNvSpPr>
            <a:spLocks noChangeArrowheads="1"/>
          </p:cNvSpPr>
          <p:nvPr/>
        </p:nvSpPr>
        <p:spPr bwMode="auto">
          <a:xfrm>
            <a:off x="5929322" y="2786058"/>
            <a:ext cx="357190" cy="214314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 sz="100" dirty="0">
              <a:ea typeface="微软雅黑" pitchFamily="34" charset="-122"/>
            </a:endParaRPr>
          </a:p>
        </p:txBody>
      </p:sp>
      <p:cxnSp>
        <p:nvCxnSpPr>
          <p:cNvPr id="10" name="形状 9"/>
          <p:cNvCxnSpPr>
            <a:stCxn id="8" idx="2"/>
            <a:endCxn id="3075" idx="3"/>
          </p:cNvCxnSpPr>
          <p:nvPr/>
        </p:nvCxnSpPr>
        <p:spPr>
          <a:xfrm rot="5400000">
            <a:off x="4586077" y="3557800"/>
            <a:ext cx="2079269" cy="964413"/>
          </a:xfrm>
          <a:prstGeom prst="bentConnector2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072330" y="571480"/>
            <a:ext cx="2071702" cy="3731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추가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1100" dirty="0" smtClean="0"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추가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를 클릭하여 경력사항추가가능</a:t>
            </a:r>
            <a:endParaRPr lang="en-US" altLang="ko-KR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</a:pP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71480"/>
            <a:ext cx="6715141" cy="2716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6858016" y="571480"/>
            <a:ext cx="2071702" cy="4747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 추가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1100" dirty="0" smtClean="0"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추가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을 클릭하여 학력정보추가가능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②</a:t>
            </a: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추가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1100" dirty="0" smtClean="0"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추가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를 클릭하여 자격사항추가가능</a:t>
            </a:r>
            <a:endParaRPr lang="en-US" altLang="ko-KR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추가 상세페이지는 다음 페이지 참조바람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</a:pP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개인자격정보에 대해 조회 혹은 수정가능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488" y="1071546"/>
            <a:ext cx="2217523" cy="214314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57488" y="3429000"/>
            <a:ext cx="2201754" cy="21050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10" name="AutoShape 23"/>
          <p:cNvSpPr>
            <a:spLocks noChangeArrowheads="1"/>
          </p:cNvSpPr>
          <p:nvPr/>
        </p:nvSpPr>
        <p:spPr bwMode="auto">
          <a:xfrm>
            <a:off x="714348" y="1571612"/>
            <a:ext cx="428628" cy="214314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 sz="100" dirty="0">
              <a:ea typeface="微软雅黑" pitchFamily="34" charset="-122"/>
            </a:endParaRPr>
          </a:p>
        </p:txBody>
      </p:sp>
      <p:sp>
        <p:nvSpPr>
          <p:cNvPr id="12" name="AutoShape 23"/>
          <p:cNvSpPr>
            <a:spLocks noChangeArrowheads="1"/>
          </p:cNvSpPr>
          <p:nvPr/>
        </p:nvSpPr>
        <p:spPr bwMode="auto">
          <a:xfrm>
            <a:off x="714348" y="2000240"/>
            <a:ext cx="428628" cy="214314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 sz="100" dirty="0">
              <a:ea typeface="微软雅黑" pitchFamily="34" charset="-122"/>
            </a:endParaRPr>
          </a:p>
        </p:txBody>
      </p:sp>
      <p:cxnSp>
        <p:nvCxnSpPr>
          <p:cNvPr id="14" name="肘形连接符 13"/>
          <p:cNvCxnSpPr>
            <a:stCxn id="12" idx="3"/>
            <a:endCxn id="4100" idx="1"/>
          </p:cNvCxnSpPr>
          <p:nvPr/>
        </p:nvCxnSpPr>
        <p:spPr>
          <a:xfrm>
            <a:off x="1142976" y="2107397"/>
            <a:ext cx="1714512" cy="2374116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14"/>
          <p:cNvCxnSpPr/>
          <p:nvPr/>
        </p:nvCxnSpPr>
        <p:spPr>
          <a:xfrm>
            <a:off x="1142976" y="1643050"/>
            <a:ext cx="1714512" cy="357190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/>
        </p:nvSpPr>
        <p:spPr>
          <a:xfrm>
            <a:off x="5643570" y="1357298"/>
            <a:ext cx="214314" cy="21431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AutoShape 23"/>
          <p:cNvSpPr>
            <a:spLocks noChangeArrowheads="1"/>
          </p:cNvSpPr>
          <p:nvPr/>
        </p:nvSpPr>
        <p:spPr bwMode="auto">
          <a:xfrm>
            <a:off x="5929322" y="1357298"/>
            <a:ext cx="357190" cy="214314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 sz="100" dirty="0">
              <a:ea typeface="微软雅黑" pitchFamily="34" charset="-122"/>
            </a:endParaRPr>
          </a:p>
        </p:txBody>
      </p:sp>
      <p:sp>
        <p:nvSpPr>
          <p:cNvPr id="19" name="AutoShape 23"/>
          <p:cNvSpPr>
            <a:spLocks noChangeArrowheads="1"/>
          </p:cNvSpPr>
          <p:nvPr/>
        </p:nvSpPr>
        <p:spPr bwMode="auto">
          <a:xfrm>
            <a:off x="5929322" y="1714488"/>
            <a:ext cx="357190" cy="214314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 sz="100" dirty="0">
              <a:ea typeface="微软雅黑" pitchFamily="3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5643570" y="1714488"/>
            <a:ext cx="214314" cy="21431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인사정보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자격정보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1428736"/>
            <a:ext cx="3972584" cy="3262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3438" y="1425604"/>
            <a:ext cx="4143404" cy="321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500034" y="857232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학력정보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429256" y="785794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자격사항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85794"/>
            <a:ext cx="6786578" cy="3155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6858016" y="571480"/>
            <a:ext cx="207170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클릭하여 본 정보의 상세수정사항조회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②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검색조건을 통하여 조회가능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개인이 신청한 정보변경사항을 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8794" y="3429000"/>
            <a:ext cx="4214842" cy="195524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9" name="AutoShape 23"/>
          <p:cNvSpPr>
            <a:spLocks noChangeArrowheads="1"/>
          </p:cNvSpPr>
          <p:nvPr/>
        </p:nvSpPr>
        <p:spPr bwMode="auto">
          <a:xfrm>
            <a:off x="714348" y="1714488"/>
            <a:ext cx="357190" cy="142876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 sz="100" dirty="0">
              <a:ea typeface="微软雅黑" pitchFamily="34" charset="-122"/>
            </a:endParaRPr>
          </a:p>
        </p:txBody>
      </p:sp>
      <p:cxnSp>
        <p:nvCxnSpPr>
          <p:cNvPr id="12" name="形状 11"/>
          <p:cNvCxnSpPr>
            <a:endCxn id="6147" idx="1"/>
          </p:cNvCxnSpPr>
          <p:nvPr/>
        </p:nvCxnSpPr>
        <p:spPr>
          <a:xfrm rot="16200000" flipH="1">
            <a:off x="225536" y="2703366"/>
            <a:ext cx="2620698" cy="785818"/>
          </a:xfrm>
          <a:prstGeom prst="bentConnector2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785786" y="1428736"/>
            <a:ext cx="214314" cy="21431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214810" y="1285860"/>
            <a:ext cx="214314" cy="21431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인사정보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변경신청정보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28670"/>
            <a:ext cx="6715139" cy="2184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椭圆 5"/>
          <p:cNvSpPr/>
          <p:nvPr/>
        </p:nvSpPr>
        <p:spPr>
          <a:xfrm>
            <a:off x="6000760" y="1500174"/>
            <a:ext cx="214314" cy="21431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357950" y="1500174"/>
            <a:ext cx="214314" cy="21431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16" y="571480"/>
            <a:ext cx="2071702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클릭하여 현재 급여조회가능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②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클릭하여 현재 급여에 대해 출력하여 프린트가능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직원이 자신의 급여조회하는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급여정보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급여지급명세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480" y="2571744"/>
            <a:ext cx="828675" cy="7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00496" y="2714620"/>
            <a:ext cx="828675" cy="7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42918"/>
            <a:ext cx="6715139" cy="2870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개인근태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근무조이력조회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근무조 변경 이력 조회페이지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16" y="571480"/>
            <a:ext cx="2071702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 검색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조건을 통하여 근무조 변경이력조회가능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929322" y="1428736"/>
            <a:ext cx="214314" cy="21431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785794"/>
            <a:ext cx="6664542" cy="2747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개인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shift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 조회페이지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16" y="571480"/>
            <a:ext cx="2071702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 검색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조건을 통하여 개인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shift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조회가능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개인근태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개인</a:t>
            </a:r>
            <a:r>
              <a:rPr lang="en-US" altLang="ko-KR" sz="1200" kern="0" dirty="0" smtClean="0">
                <a:latin typeface="微软雅黑" pitchFamily="34" charset="-122"/>
                <a:ea typeface="微软雅黑" pitchFamily="34" charset="-122"/>
              </a:rPr>
              <a:t>Shift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조회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929322" y="1571612"/>
            <a:ext cx="214314" cy="21431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96027" y="4071942"/>
            <a:ext cx="447675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직원이 근태 신청하는 페이지 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16" y="571480"/>
            <a:ext cx="2071702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ko-KR" altLang="en-US" sz="1100" b="1" dirty="0" smtClean="0"/>
              <a:t>신청정보를 모두 입력후 신청버튼을 클릭하여 근태신청을 완료</a:t>
            </a:r>
            <a:endParaRPr lang="en-US" altLang="zh-CN" sz="11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ko-KR" altLang="en-US" sz="11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근태유형을 선택하면 근태유형에 따라 신청가능한 시간과 차수가 나타남</a:t>
            </a:r>
            <a:r>
              <a:rPr lang="zh-CN" altLang="en-US" sz="11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1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 algn="l">
              <a:spcBef>
                <a:spcPct val="50000"/>
              </a:spcBef>
            </a:pP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개인근태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근태신청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561529"/>
            <a:ext cx="6858016" cy="2857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직원이 신청한 근태를 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16" y="571480"/>
            <a:ext cx="2071702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/>
              <a:t>①</a:t>
            </a:r>
            <a:r>
              <a:rPr lang="ko-KR" altLang="en-US" sz="1100" dirty="0" smtClean="0"/>
              <a:t>클릭하여 조건에 부합되는 정보 검색</a:t>
            </a:r>
            <a:endParaRPr lang="en-US" altLang="ko-KR" sz="1100" dirty="0" smtClean="0"/>
          </a:p>
          <a:p>
            <a:pPr algn="l">
              <a:lnSpc>
                <a:spcPct val="200000"/>
              </a:lnSpc>
            </a:pPr>
            <a:r>
              <a:rPr lang="zh-CN" altLang="en-US" sz="1100" dirty="0" smtClean="0"/>
              <a:t>②</a:t>
            </a:r>
            <a:r>
              <a:rPr lang="ko-KR" altLang="en-US" sz="1100" dirty="0" smtClean="0"/>
              <a:t>근태정보선택후 일괄취소가능</a:t>
            </a:r>
            <a:endParaRPr lang="en-US" altLang="ko-KR" sz="1100" dirty="0" smtClean="0"/>
          </a:p>
          <a:p>
            <a:pPr algn="l">
              <a:lnSpc>
                <a:spcPct val="200000"/>
              </a:lnSpc>
            </a:pPr>
            <a:r>
              <a:rPr lang="zh-CN" altLang="en-US" sz="1100" dirty="0" smtClean="0"/>
              <a:t>③</a:t>
            </a:r>
            <a:r>
              <a:rPr lang="ko-KR" altLang="en-US" sz="1100" dirty="0" smtClean="0"/>
              <a:t>근태신청페이지로 돌아감</a:t>
            </a:r>
            <a:endParaRPr lang="en-US" altLang="zh-CN" sz="11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 algn="l">
              <a:spcBef>
                <a:spcPct val="50000"/>
              </a:spcBef>
            </a:pP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개인근태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근태신청내역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71480"/>
            <a:ext cx="6858016" cy="2735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57422" y="2500306"/>
            <a:ext cx="4357718" cy="2614084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10" name="AutoShape 23"/>
          <p:cNvSpPr>
            <a:spLocks noChangeArrowheads="1"/>
          </p:cNvSpPr>
          <p:nvPr/>
        </p:nvSpPr>
        <p:spPr bwMode="auto">
          <a:xfrm>
            <a:off x="928662" y="1857364"/>
            <a:ext cx="357190" cy="214314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 sz="100" dirty="0">
              <a:ea typeface="微软雅黑" pitchFamily="34" charset="-122"/>
            </a:endParaRPr>
          </a:p>
        </p:txBody>
      </p:sp>
      <p:cxnSp>
        <p:nvCxnSpPr>
          <p:cNvPr id="12" name="肘形连接符 11"/>
          <p:cNvCxnSpPr>
            <a:endCxn id="11267" idx="1"/>
          </p:cNvCxnSpPr>
          <p:nvPr/>
        </p:nvCxnSpPr>
        <p:spPr>
          <a:xfrm rot="16200000" flipH="1">
            <a:off x="846645" y="2296570"/>
            <a:ext cx="1807109" cy="1214445"/>
          </a:xfrm>
          <a:prstGeom prst="bentConnector2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422548" y="1142984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929322" y="1508927"/>
            <a:ext cx="3385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500826" y="1643050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③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095" y="571480"/>
            <a:ext cx="6834921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직원이 잔업 신청하는 페이지 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16" y="571480"/>
            <a:ext cx="2071702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ko-KR" altLang="en-US" sz="1100" b="1" dirty="0" smtClean="0"/>
              <a:t>신청정보를 모두 입력후 신청버튼을 클릭하여 잔업신청을 완료</a:t>
            </a:r>
            <a:endParaRPr lang="en-US" altLang="zh-CN" sz="11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 algn="l">
              <a:spcBef>
                <a:spcPct val="50000"/>
              </a:spcBef>
            </a:pP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개인근태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잔업신청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571480"/>
            <a:ext cx="6786578" cy="274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8794" y="3071810"/>
            <a:ext cx="3839893" cy="2286016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8" name="AutoShape 23"/>
          <p:cNvSpPr>
            <a:spLocks noChangeArrowheads="1"/>
          </p:cNvSpPr>
          <p:nvPr/>
        </p:nvSpPr>
        <p:spPr bwMode="auto">
          <a:xfrm>
            <a:off x="1142975" y="1857364"/>
            <a:ext cx="357190" cy="142876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 sz="100" dirty="0">
              <a:ea typeface="微软雅黑" pitchFamily="34" charset="-122"/>
            </a:endParaRPr>
          </a:p>
        </p:txBody>
      </p:sp>
      <p:cxnSp>
        <p:nvCxnSpPr>
          <p:cNvPr id="9" name="肘形连接符 11"/>
          <p:cNvCxnSpPr>
            <a:endCxn id="13315" idx="1"/>
          </p:cNvCxnSpPr>
          <p:nvPr/>
        </p:nvCxnSpPr>
        <p:spPr>
          <a:xfrm rot="16200000" flipH="1">
            <a:off x="535752" y="2821776"/>
            <a:ext cx="2214580" cy="571504"/>
          </a:xfrm>
          <a:prstGeom prst="bentConnector2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직원이 신청한 잔업을 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858016" y="571480"/>
            <a:ext cx="2071702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/>
              <a:t>①</a:t>
            </a:r>
            <a:r>
              <a:rPr lang="ko-KR" altLang="en-US" sz="1100" dirty="0" smtClean="0"/>
              <a:t>클릭하여 조건에 부합되는 정보 검색</a:t>
            </a:r>
            <a:endParaRPr lang="en-US" altLang="ko-KR" sz="1100" dirty="0" smtClean="0"/>
          </a:p>
          <a:p>
            <a:pPr algn="l">
              <a:lnSpc>
                <a:spcPct val="200000"/>
              </a:lnSpc>
            </a:pPr>
            <a:r>
              <a:rPr lang="zh-CN" altLang="en-US" sz="1100" dirty="0" smtClean="0"/>
              <a:t>②</a:t>
            </a:r>
            <a:r>
              <a:rPr lang="ko-KR" altLang="en-US" sz="1100" dirty="0" smtClean="0"/>
              <a:t>잔업정보선택후 일괄취소가능</a:t>
            </a:r>
            <a:endParaRPr lang="en-US" altLang="ko-KR" sz="1100" dirty="0" smtClean="0"/>
          </a:p>
          <a:p>
            <a:pPr algn="l">
              <a:lnSpc>
                <a:spcPct val="200000"/>
              </a:lnSpc>
            </a:pPr>
            <a:r>
              <a:rPr lang="zh-CN" altLang="en-US" sz="1100" dirty="0" smtClean="0"/>
              <a:t>③</a:t>
            </a:r>
            <a:r>
              <a:rPr lang="ko-KR" altLang="en-US" sz="1100" dirty="0" smtClean="0"/>
              <a:t>잔업신청페이지로 돌아감</a:t>
            </a:r>
            <a:endParaRPr lang="en-US" altLang="zh-CN" sz="11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 algn="l">
              <a:spcBef>
                <a:spcPct val="50000"/>
              </a:spcBef>
            </a:pP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개인근태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잔업신청내역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422548" y="1142984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929322" y="1508927"/>
            <a:ext cx="3385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500826" y="1643050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③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7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86359" y="2143116"/>
            <a:ext cx="771525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00042"/>
            <a:ext cx="6715140" cy="3103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직원이 근태이상에 대해 신청하는 페이지 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16" y="571480"/>
            <a:ext cx="2071702" cy="3731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클리하여 조건에 부합되는 정보를 조회</a:t>
            </a:r>
            <a:endParaRPr lang="en-US" altLang="zh-CN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정보를 선택하고 적용시간을 입력하여 일괄적으로 카드입력시간을 변경</a:t>
            </a:r>
            <a:endParaRPr lang="en-US" altLang="zh-CN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정보를 선택하고 원인을 입력한후에 신청을 클릭하여 일괄처리가능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개인근태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근태이상신청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073338" y="1214422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929322" y="1430446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361370" y="1718478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③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72132" y="2643183"/>
            <a:ext cx="790575" cy="14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00042"/>
            <a:ext cx="6645354" cy="308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직원이 신청한 근태이상내역을 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16" y="571480"/>
            <a:ext cx="2071702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/>
              <a:t>①</a:t>
            </a:r>
            <a:r>
              <a:rPr lang="ko-KR" altLang="en-US" sz="1100" dirty="0" smtClean="0"/>
              <a:t>클릭하여 조건에 부합되는 정보 검색</a:t>
            </a:r>
            <a:endParaRPr lang="en-US" altLang="ko-KR" sz="1100" dirty="0" smtClean="0"/>
          </a:p>
          <a:p>
            <a:pPr algn="l">
              <a:lnSpc>
                <a:spcPct val="200000"/>
              </a:lnSpc>
            </a:pPr>
            <a:r>
              <a:rPr lang="zh-CN" altLang="en-US" sz="1100" dirty="0" smtClean="0"/>
              <a:t>②</a:t>
            </a:r>
            <a:r>
              <a:rPr lang="ko-KR" altLang="en-US" sz="1100" dirty="0" smtClean="0"/>
              <a:t>잔업정보선택후 일괄취소가능</a:t>
            </a:r>
            <a:endParaRPr lang="en-US" altLang="ko-KR" sz="1100" dirty="0" smtClean="0"/>
          </a:p>
          <a:p>
            <a:pPr marL="228600" indent="-228600" algn="l">
              <a:spcBef>
                <a:spcPct val="50000"/>
              </a:spcBef>
            </a:pP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개인근태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근태이상신청내역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09850" y="3071810"/>
            <a:ext cx="3848100" cy="228604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12" name="AutoShape 23"/>
          <p:cNvSpPr>
            <a:spLocks noChangeArrowheads="1"/>
          </p:cNvSpPr>
          <p:nvPr/>
        </p:nvSpPr>
        <p:spPr bwMode="auto">
          <a:xfrm>
            <a:off x="1714478" y="1785926"/>
            <a:ext cx="357190" cy="142876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 sz="100" dirty="0">
              <a:ea typeface="微软雅黑" pitchFamily="34" charset="-122"/>
            </a:endParaRPr>
          </a:p>
        </p:txBody>
      </p:sp>
      <p:cxnSp>
        <p:nvCxnSpPr>
          <p:cNvPr id="13" name="肘形连接符 11"/>
          <p:cNvCxnSpPr/>
          <p:nvPr/>
        </p:nvCxnSpPr>
        <p:spPr>
          <a:xfrm rot="16200000" flipH="1">
            <a:off x="1107255" y="2750338"/>
            <a:ext cx="2214580" cy="571504"/>
          </a:xfrm>
          <a:prstGeom prst="bentConnector2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6180908" y="1071546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019396" y="1380833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0042"/>
            <a:ext cx="6731348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직원이 자신의 근태를 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16" y="571480"/>
            <a:ext cx="2071702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/>
              <a:t>①</a:t>
            </a:r>
            <a:r>
              <a:rPr lang="ko-KR" altLang="en-US" sz="1100" dirty="0" smtClean="0"/>
              <a:t>클릭하여 조건에 부합되는 정보 검색</a:t>
            </a:r>
            <a:endParaRPr lang="en-US" altLang="ko-KR" sz="1100" dirty="0" smtClean="0"/>
          </a:p>
          <a:p>
            <a:pPr marL="228600" indent="-228600" algn="l">
              <a:spcBef>
                <a:spcPct val="50000"/>
              </a:spcBef>
            </a:pP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개인근태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근태조회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80908" y="1071546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42918"/>
            <a:ext cx="6673289" cy="2619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직원이 자신의 잔업을 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16" y="571480"/>
            <a:ext cx="2071702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/>
              <a:t>①</a:t>
            </a:r>
            <a:r>
              <a:rPr lang="ko-KR" altLang="en-US" sz="1100" dirty="0" smtClean="0"/>
              <a:t>클릭하여 조건에 부합되는 정보 검색</a:t>
            </a:r>
            <a:endParaRPr lang="en-US" altLang="ko-KR" sz="1100" dirty="0" smtClean="0"/>
          </a:p>
          <a:p>
            <a:pPr marL="228600" indent="-228600" algn="l">
              <a:spcBef>
                <a:spcPct val="50000"/>
              </a:spcBef>
            </a:pP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개인근태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잔업조회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80908" y="1071546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71480"/>
            <a:ext cx="6678596" cy="275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직원이 자신의 업무달력을 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16" y="571480"/>
            <a:ext cx="2071702" cy="2208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시간선택후 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을 클릭하여 선택한 달의 업무달력을 조회가능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개인근태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근무캘런더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72198" y="857232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개인근태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개인근태현황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71480"/>
            <a:ext cx="6917002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직원이 자신의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근태현황에 대해 조회하는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16" y="571480"/>
            <a:ext cx="2071702" cy="322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검색조건을 선택하여 조회가능</a:t>
            </a:r>
            <a:endParaRPr lang="en-US" altLang="ko-KR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/>
              <a:t>② </a:t>
            </a:r>
            <a:r>
              <a:rPr lang="ko-KR" altLang="en-US" sz="1100" dirty="0" smtClean="0"/>
              <a:t>검색내용에 대해 엑셀출력가능</a:t>
            </a:r>
            <a:endParaRPr lang="zh-CN" altLang="en-US" sz="1100" dirty="0" smtClean="0"/>
          </a:p>
          <a:p>
            <a:pPr algn="l">
              <a:lnSpc>
                <a:spcPct val="200000"/>
              </a:lnSpc>
            </a:pPr>
            <a:endParaRPr lang="en-US" altLang="ko-KR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200000"/>
              </a:lnSpc>
            </a:pP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29322" y="785794"/>
            <a:ext cx="484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19396" y="1000108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개인근태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개인잔업현황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42918"/>
            <a:ext cx="6505575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직원이 자신의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잔업현황에 대해 조회하는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16" y="571480"/>
            <a:ext cx="2071702" cy="2546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검색조건을 선택하여 조회가능</a:t>
            </a:r>
            <a:endParaRPr lang="en-US" altLang="ko-KR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/>
              <a:t>② </a:t>
            </a:r>
            <a:r>
              <a:rPr lang="ko-KR" altLang="en-US" sz="1100" dirty="0" smtClean="0"/>
              <a:t>검색내용에 대해 엑셀출력가능</a:t>
            </a:r>
            <a:endParaRPr lang="zh-CN" altLang="en-US" sz="1100" dirty="0" smtClean="0"/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15008" y="845090"/>
            <a:ext cx="484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715008" y="1080299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表格 3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직원이 자신의 연차사용현황을 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6858016" y="571480"/>
            <a:ext cx="2071702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검색조건을 선택하여 조회가능</a:t>
            </a:r>
            <a:endParaRPr lang="en-US" altLang="ko-KR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개인근태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연차사용현황조회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71480"/>
            <a:ext cx="6656782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71480"/>
            <a:ext cx="6655529" cy="2981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면점관이 응시자에 대해 승인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부결을 진행하는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16" y="571480"/>
            <a:ext cx="2071702" cy="4578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검색조건을 통하여 원하는 정보를 조회</a:t>
            </a:r>
            <a:endParaRPr lang="en-US" altLang="ko-KR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ko-KR" altLang="ko-KR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면접기록을 클릭하여 승인진행</a:t>
            </a:r>
            <a:r>
              <a:rPr lang="en-US" altLang="ko-KR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일괄승인가능</a:t>
            </a:r>
            <a:endParaRPr lang="en-US" altLang="ko-KR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ko-KR" altLang="ko-KR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면접기록을 클릭하여 부결진행</a:t>
            </a:r>
            <a:r>
              <a:rPr lang="en-US" altLang="ko-KR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일괄부결가능</a:t>
            </a:r>
            <a:endParaRPr lang="en-US" altLang="ko-KR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④성명을 클릭하여 이력서 조회가능</a:t>
            </a:r>
            <a:endParaRPr lang="en-US" altLang="ko-KR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⑤면접관의견입력부분</a:t>
            </a:r>
            <a:endParaRPr lang="en-US" altLang="ko-KR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⑥면접현황에 대해 조회가능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채용관리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면접기록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376586" y="937423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929322" y="1214422"/>
            <a:ext cx="3385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357950" y="1428736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③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2976" y="2643182"/>
            <a:ext cx="3414718" cy="1468901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0034" y="4286256"/>
            <a:ext cx="6281751" cy="1125194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17" name="AutoShape 23"/>
          <p:cNvSpPr>
            <a:spLocks noChangeArrowheads="1"/>
          </p:cNvSpPr>
          <p:nvPr/>
        </p:nvSpPr>
        <p:spPr bwMode="auto">
          <a:xfrm>
            <a:off x="1285852" y="1571612"/>
            <a:ext cx="357190" cy="214314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 sz="100" dirty="0">
              <a:ea typeface="微软雅黑" pitchFamily="34" charset="-122"/>
            </a:endParaRPr>
          </a:p>
        </p:txBody>
      </p:sp>
      <p:cxnSp>
        <p:nvCxnSpPr>
          <p:cNvPr id="18" name="肘形连接符 11"/>
          <p:cNvCxnSpPr>
            <a:stCxn id="17" idx="3"/>
            <a:endCxn id="1027" idx="0"/>
          </p:cNvCxnSpPr>
          <p:nvPr/>
        </p:nvCxnSpPr>
        <p:spPr>
          <a:xfrm>
            <a:off x="1643042" y="1678769"/>
            <a:ext cx="1207293" cy="964413"/>
          </a:xfrm>
          <a:prstGeom prst="bentConnector2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utoShape 23"/>
          <p:cNvSpPr>
            <a:spLocks noChangeArrowheads="1"/>
          </p:cNvSpPr>
          <p:nvPr/>
        </p:nvSpPr>
        <p:spPr bwMode="auto">
          <a:xfrm>
            <a:off x="6007913" y="1643050"/>
            <a:ext cx="357190" cy="214314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 sz="100" dirty="0">
              <a:ea typeface="微软雅黑" pitchFamily="34" charset="-122"/>
            </a:endParaRPr>
          </a:p>
        </p:txBody>
      </p:sp>
      <p:cxnSp>
        <p:nvCxnSpPr>
          <p:cNvPr id="23" name="肘形连接符 11"/>
          <p:cNvCxnSpPr/>
          <p:nvPr/>
        </p:nvCxnSpPr>
        <p:spPr>
          <a:xfrm rot="5400000">
            <a:off x="4268390" y="2375290"/>
            <a:ext cx="2393173" cy="1500197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utoShape 23"/>
          <p:cNvSpPr>
            <a:spLocks noChangeArrowheads="1"/>
          </p:cNvSpPr>
          <p:nvPr/>
        </p:nvSpPr>
        <p:spPr bwMode="auto">
          <a:xfrm>
            <a:off x="5000628" y="1500174"/>
            <a:ext cx="785818" cy="285752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 sz="100" dirty="0">
              <a:ea typeface="微软雅黑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857620" y="285749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643438" y="121442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72198" y="464344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⑥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직원이 자아평가를 진행하는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16" y="571480"/>
            <a:ext cx="207170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평가명칭을 선택후 평가내용은 현재 선택한 평가내용으로 변경</a:t>
            </a:r>
            <a:endParaRPr lang="en-US" altLang="zh-CN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평가명칭을 선택후 본 버튼을 클릭하면 평가내용에 대해 조회가능</a:t>
            </a:r>
            <a:endParaRPr lang="en-US" altLang="zh-CN" sz="11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50000"/>
              </a:lnSpc>
              <a:spcBef>
                <a:spcPct val="50000"/>
              </a:spcBef>
              <a:buNone/>
            </a:pP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③ </a:t>
            </a: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임시저장은 작성한 내용에 대해 승인제출하지 않으며 단지 현재 페이지 내용에 대하여서만 저장하여 다음번에 계속 작성하는데 편리를 도모함</a:t>
            </a:r>
            <a:endParaRPr lang="en-US" altLang="ko-KR" sz="11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0" algn="l">
              <a:lnSpc>
                <a:spcPct val="150000"/>
              </a:lnSpc>
              <a:spcBef>
                <a:spcPct val="50000"/>
              </a:spcBef>
              <a:buNone/>
            </a:pP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④</a:t>
            </a: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실행버튼을 클릭하면 자아평가내용을 제출하여 </a:t>
            </a:r>
            <a:r>
              <a:rPr lang="en-US" altLang="ko-KR" sz="11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차평가를 진행하도록 함</a:t>
            </a:r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업적평가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자아평가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42918"/>
            <a:ext cx="6786578" cy="2717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>
            <a:off x="2000232" y="928670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90834" y="937423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183646" y="1500174"/>
            <a:ext cx="335915" cy="2755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13" name="矩形 12"/>
          <p:cNvSpPr/>
          <p:nvPr/>
        </p:nvSpPr>
        <p:spPr>
          <a:xfrm>
            <a:off x="6522101" y="1500174"/>
            <a:ext cx="335915" cy="2755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④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평가자가 응시자에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1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차평가를 진행하는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업적평가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en-US" altLang="ko-KR" sz="1200" kern="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차평가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642918"/>
            <a:ext cx="6808135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6858016" y="571480"/>
            <a:ext cx="2071702" cy="407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AutoNum type="arabicPeriod"/>
            </a:pP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페이지 내용에 따라 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차 평가점수를 입력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임시입력후 자동으로 점수를 통계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만약시스템에서 점수와 등급관계를 설정하엿으면 자동으로 등급생성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자동으로 생성안될시 수동으로 입력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및 평어를 입력하여 다음 평가자가 참조하도록 함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AutoNum type="arabicPeriod"/>
            </a:pP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임시저장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모든 내용 임시저장가능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다음에 계속 입력가능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</a:pPr>
            <a:r>
              <a:rPr lang="en-US" altLang="zh-CN" sz="1100" dirty="0" smtClean="0"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프린트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본 페이지프린트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</a:pPr>
            <a:r>
              <a:rPr lang="en-US" altLang="zh-CN" sz="1100" dirty="0" smtClean="0">
                <a:latin typeface="微软雅黑" pitchFamily="34" charset="-122"/>
                <a:ea typeface="微软雅黑" pitchFamily="34" charset="-122"/>
              </a:rPr>
              <a:t>      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실행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모든 평가점수 확정후 실행을 클릭하여 결과를 평가자에게 전송하여 평가함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5983" y="2714620"/>
            <a:ext cx="4410405" cy="221457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7" name="AutoShape 23"/>
          <p:cNvSpPr>
            <a:spLocks noChangeArrowheads="1"/>
          </p:cNvSpPr>
          <p:nvPr/>
        </p:nvSpPr>
        <p:spPr bwMode="auto">
          <a:xfrm>
            <a:off x="1000100" y="1928802"/>
            <a:ext cx="357190" cy="214314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 sz="100" dirty="0">
              <a:ea typeface="微软雅黑" pitchFamily="34" charset="-122"/>
            </a:endParaRPr>
          </a:p>
        </p:txBody>
      </p:sp>
      <p:cxnSp>
        <p:nvCxnSpPr>
          <p:cNvPr id="8" name="肘形连接符 11"/>
          <p:cNvCxnSpPr>
            <a:stCxn id="7" idx="3"/>
            <a:endCxn id="4099" idx="1"/>
          </p:cNvCxnSpPr>
          <p:nvPr/>
        </p:nvCxnSpPr>
        <p:spPr>
          <a:xfrm>
            <a:off x="1357290" y="2035959"/>
            <a:ext cx="928693" cy="1785950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평가자가 응시자에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2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차평가를 진행하는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16" y="571480"/>
            <a:ext cx="2071702" cy="4747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AutoNum type="arabicPeriod"/>
            </a:pP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페이지 내용에 따라 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차 평가점수를 입력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임시입력후 자동으로 점수를 통계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만약시스템에서 점수와 등급관계를 설정하엿으면 자동으로 등급생성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자동으로 생성안될시 수동으로 입력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및 평어를 입력하여 다음 평가자가 참조하도록 함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AutoNum type="arabicPeriod"/>
            </a:pP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임시저장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모든 내용 임시저장가능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다음에 계속 입력가능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</a:pPr>
            <a:r>
              <a:rPr lang="en-US" altLang="zh-CN" sz="1100" dirty="0" smtClean="0"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프린트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본 페이지프린트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</a:pPr>
            <a:r>
              <a:rPr lang="en-US" altLang="zh-CN" sz="1100" dirty="0" smtClean="0">
                <a:latin typeface="微软雅黑" pitchFamily="34" charset="-122"/>
                <a:ea typeface="微软雅黑" pitchFamily="34" charset="-122"/>
              </a:rPr>
              <a:t>      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실행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모든 평가점수 확정후 실행을 클릭하여 결과를 평가자에게 전송하여 평가함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업적평가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en-US" altLang="ko-KR" sz="1200" kern="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차평가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0042"/>
            <a:ext cx="6725492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5984" y="2786058"/>
            <a:ext cx="3905727" cy="1709466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7" name="AutoShape 23"/>
          <p:cNvSpPr>
            <a:spLocks noChangeArrowheads="1"/>
          </p:cNvSpPr>
          <p:nvPr/>
        </p:nvSpPr>
        <p:spPr bwMode="auto">
          <a:xfrm>
            <a:off x="1000100" y="1750207"/>
            <a:ext cx="357190" cy="214314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 sz="100" dirty="0">
              <a:ea typeface="微软雅黑" pitchFamily="34" charset="-122"/>
            </a:endParaRPr>
          </a:p>
        </p:txBody>
      </p:sp>
      <p:cxnSp>
        <p:nvCxnSpPr>
          <p:cNvPr id="8" name="肘形连接符 11"/>
          <p:cNvCxnSpPr>
            <a:stCxn id="7" idx="3"/>
          </p:cNvCxnSpPr>
          <p:nvPr/>
        </p:nvCxnSpPr>
        <p:spPr>
          <a:xfrm>
            <a:off x="1357290" y="1857364"/>
            <a:ext cx="928693" cy="1785950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직원이 자아평가를 진행하는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역량평가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자아평가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14356"/>
            <a:ext cx="6786578" cy="2747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6858016" y="571480"/>
            <a:ext cx="2071702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설정된 평가내용에 따라 자체적으로 점수를 작성</a:t>
            </a:r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0042"/>
            <a:ext cx="6715140" cy="3074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면점관이 응시자에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1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차평가진행하는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16" y="571480"/>
            <a:ext cx="2071702" cy="1192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역량평가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en-US" altLang="ko-KR" sz="1200" kern="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차평가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16" y="571480"/>
            <a:ext cx="2071702" cy="407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AutoNum type="arabicPeriod"/>
            </a:pP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페이지 내용에 따라 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차 평가점수를 입력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임시입력후 자동으로 점수를 통계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만약시스템에서 점수와 등급관계를 설정하엿으면 자동으로 등급생성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자동으로 생성안될시 수동으로 입력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및 평어를 입력하여 다음 평가자가 참조하도록 함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AutoNum type="arabicPeriod"/>
            </a:pP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임시저장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모든 내용 임시저장가능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다음에 계속 입력가능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</a:pPr>
            <a:r>
              <a:rPr lang="en-US" altLang="zh-CN" sz="1100" dirty="0" smtClean="0"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프린트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본 페이지프린트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</a:pPr>
            <a:r>
              <a:rPr lang="en-US" altLang="zh-CN" sz="1100" dirty="0" smtClean="0">
                <a:latin typeface="微软雅黑" pitchFamily="34" charset="-122"/>
                <a:ea typeface="微软雅黑" pitchFamily="34" charset="-122"/>
              </a:rPr>
              <a:t>       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실행</a:t>
            </a:r>
            <a:r>
              <a:rPr lang="en-US" altLang="ko-KR" sz="1100" dirty="0" smtClean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모든 평가점수 확정후 실행을 클릭하여 결과를 평가자에게 전송하여 평가함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56039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면점관이 응시자에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2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차평가진행하는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16" y="571480"/>
            <a:ext cx="2071702" cy="1192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403648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역량평가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en-US" altLang="ko-KR" sz="1200" kern="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차평가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528638"/>
            <a:ext cx="6793388" cy="3114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73344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547664" y="74472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평가결과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평가결과이력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714356"/>
            <a:ext cx="6715140" cy="1519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직원이 자신의 평가결과이력을 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16" y="571480"/>
            <a:ext cx="207170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228600" indent="-228600" algn="l">
              <a:spcBef>
                <a:spcPct val="50000"/>
              </a:spcBef>
              <a:buAutoNum type="arabicPeriod"/>
            </a:pPr>
            <a:r>
              <a:rPr lang="ko-KR" altLang="en-US" sz="1100" dirty="0" smtClean="0">
                <a:latin typeface="微软雅黑" pitchFamily="34" charset="-122"/>
                <a:ea typeface="微软雅黑" pitchFamily="34" charset="-122"/>
              </a:rPr>
              <a:t>참가하였던 전체 연도의 월별 평가결과를 조회가능</a:t>
            </a:r>
            <a:endParaRPr lang="en-US" altLang="zh-CN" sz="1100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96559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42918"/>
            <a:ext cx="6286512" cy="2077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547664" y="74472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교육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교육신청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직원이 신청가능한 교육을 신청하는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16" y="571480"/>
            <a:ext cx="2071702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교육신청승인자 추가가능</a:t>
            </a:r>
            <a:endParaRPr lang="en-US" altLang="ko-KR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ko-KR" altLang="ko-KR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교육과목검색가능</a:t>
            </a:r>
            <a:endParaRPr lang="en-US" altLang="ko-KR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ko-KR" altLang="ko-KR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원하는 교육을 선택하여 신청가능</a:t>
            </a:r>
            <a:endParaRPr lang="en-US" altLang="ko-KR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643570" y="857232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429256" y="1428736"/>
            <a:ext cx="3385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019396" y="1428736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③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66563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547664" y="74472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교육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교육진행현황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직원이 신청한 교육에 대하여 진행현황을 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16" y="571480"/>
            <a:ext cx="2071702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신청한 교육에 대하여 진행현황 조회가능</a:t>
            </a:r>
            <a:endParaRPr lang="en-US" altLang="ko-KR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/>
              <a:t>②</a:t>
            </a:r>
            <a:r>
              <a:rPr lang="ko-KR" altLang="en-US" sz="1100" dirty="0" smtClean="0"/>
              <a:t>과목표 클릭하여 상세스케줄조회가능</a:t>
            </a:r>
            <a:endParaRPr lang="zh-CN" altLang="en-US" sz="1100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28604"/>
            <a:ext cx="6715140" cy="3062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>
            <a:off x="6305148" y="857232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00100" y="2214554"/>
            <a:ext cx="2995618" cy="196816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12" name="AutoShape 23"/>
          <p:cNvSpPr>
            <a:spLocks noChangeArrowheads="1"/>
          </p:cNvSpPr>
          <p:nvPr/>
        </p:nvSpPr>
        <p:spPr bwMode="auto">
          <a:xfrm>
            <a:off x="4071934" y="1357298"/>
            <a:ext cx="357190" cy="214314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 sz="100" dirty="0">
              <a:ea typeface="微软雅黑" pitchFamily="34" charset="-122"/>
            </a:endParaRPr>
          </a:p>
        </p:txBody>
      </p:sp>
      <p:cxnSp>
        <p:nvCxnSpPr>
          <p:cNvPr id="13" name="肘形连接符 11"/>
          <p:cNvCxnSpPr>
            <a:stCxn id="12" idx="3"/>
            <a:endCxn id="6147" idx="3"/>
          </p:cNvCxnSpPr>
          <p:nvPr/>
        </p:nvCxnSpPr>
        <p:spPr>
          <a:xfrm flipH="1">
            <a:off x="3995718" y="1464455"/>
            <a:ext cx="433406" cy="1734183"/>
          </a:xfrm>
          <a:prstGeom prst="bentConnector3">
            <a:avLst>
              <a:gd name="adj1" fmla="val -52745"/>
            </a:avLst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3500430" y="2285992"/>
            <a:ext cx="3385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82156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857232"/>
            <a:ext cx="6786578" cy="3170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547664" y="74472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교육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개인교육달력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15016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직원은 자신의 교육일정에 대해  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16" y="571480"/>
            <a:ext cx="2071702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년월을 선택하여 개인교육일정조회가능</a:t>
            </a:r>
            <a:endParaRPr lang="en-US" altLang="ko-KR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/>
              <a:t>②</a:t>
            </a:r>
            <a:r>
              <a:rPr lang="ko-KR" altLang="en-US" sz="1100" dirty="0" smtClean="0"/>
              <a:t>교육명칭을 클릭하여 상세내용조회가능</a:t>
            </a:r>
            <a:endParaRPr lang="zh-CN" altLang="en-US" sz="1100" dirty="0" smtClean="0"/>
          </a:p>
        </p:txBody>
      </p:sp>
      <p:sp>
        <p:nvSpPr>
          <p:cNvPr id="10" name="矩形 9"/>
          <p:cNvSpPr/>
          <p:nvPr/>
        </p:nvSpPr>
        <p:spPr>
          <a:xfrm>
            <a:off x="1357290" y="1366051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3108" y="3429000"/>
            <a:ext cx="4343410" cy="1767921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12" name="AutoShape 23"/>
          <p:cNvSpPr>
            <a:spLocks noChangeArrowheads="1"/>
          </p:cNvSpPr>
          <p:nvPr/>
        </p:nvSpPr>
        <p:spPr bwMode="auto">
          <a:xfrm>
            <a:off x="1643042" y="1785926"/>
            <a:ext cx="857256" cy="214314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 sz="100" dirty="0">
              <a:ea typeface="微软雅黑" pitchFamily="34" charset="-122"/>
            </a:endParaRPr>
          </a:p>
        </p:txBody>
      </p:sp>
      <p:cxnSp>
        <p:nvCxnSpPr>
          <p:cNvPr id="13" name="肘形连接符 11"/>
          <p:cNvCxnSpPr>
            <a:stCxn id="12" idx="3"/>
            <a:endCxn id="7171" idx="0"/>
          </p:cNvCxnSpPr>
          <p:nvPr/>
        </p:nvCxnSpPr>
        <p:spPr>
          <a:xfrm>
            <a:off x="2500298" y="1893083"/>
            <a:ext cx="1814515" cy="1535917"/>
          </a:xfrm>
          <a:prstGeom prst="bentConnector2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5876519" y="3366315"/>
            <a:ext cx="3385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42103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785794"/>
            <a:ext cx="6624292" cy="2690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547664" y="140210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품의결제함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미승인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80754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결재자가 직원들이 신청한 내용에 대해 결재하는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16" y="637218"/>
            <a:ext cx="2071702" cy="288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검색조건을 통하여 원하는 내용을 검색</a:t>
            </a:r>
            <a:endParaRPr lang="en-US" altLang="ko-KR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/>
              <a:t>②</a:t>
            </a:r>
            <a:r>
              <a:rPr lang="ko-KR" altLang="en-US" sz="1100" dirty="0" smtClean="0"/>
              <a:t>전체 신청내용에 대해 일괄통과가능</a:t>
            </a:r>
            <a:endParaRPr lang="en-US" altLang="ko-KR" sz="1100" dirty="0" smtClean="0"/>
          </a:p>
          <a:p>
            <a:pPr algn="l">
              <a:lnSpc>
                <a:spcPct val="200000"/>
              </a:lnSpc>
            </a:pPr>
            <a:r>
              <a:rPr lang="zh-CN" altLang="en-US" sz="1100" dirty="0" smtClean="0"/>
              <a:t>③</a:t>
            </a:r>
            <a:r>
              <a:rPr lang="ko-KR" altLang="en-US" sz="1100" dirty="0" smtClean="0"/>
              <a:t> 전체 신청내용에 대해 일괄부결가능</a:t>
            </a:r>
            <a:endParaRPr lang="zh-CN" altLang="en-US" sz="1100" dirty="0" smtClean="0"/>
          </a:p>
          <a:p>
            <a:pPr algn="l">
              <a:lnSpc>
                <a:spcPct val="200000"/>
              </a:lnSpc>
            </a:pPr>
            <a:endParaRPr lang="zh-CN" altLang="en-US" sz="1100" dirty="0" smtClean="0"/>
          </a:p>
        </p:txBody>
      </p:sp>
      <p:sp>
        <p:nvSpPr>
          <p:cNvPr id="12" name="矩形 11"/>
          <p:cNvSpPr/>
          <p:nvPr/>
        </p:nvSpPr>
        <p:spPr>
          <a:xfrm>
            <a:off x="5572132" y="1214422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072198" y="1000108"/>
            <a:ext cx="3385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357950" y="1000108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③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69947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714356"/>
            <a:ext cx="6643702" cy="1676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1547664" y="140210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품의결제함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승인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80754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결재자가 이미 승인한 내용에 대해 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858016" y="637218"/>
            <a:ext cx="2071702" cy="288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검색조건을 통하여 원하는 내용을 검색</a:t>
            </a:r>
            <a:endParaRPr lang="en-US" altLang="ko-KR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/>
              <a:t>②</a:t>
            </a:r>
            <a:r>
              <a:rPr lang="ko-KR" altLang="en-US" sz="1100" dirty="0" smtClean="0"/>
              <a:t>결재한 내용에 대해 삭제가능</a:t>
            </a:r>
            <a:endParaRPr lang="en-US" altLang="ko-KR" sz="1100" dirty="0" smtClean="0"/>
          </a:p>
          <a:p>
            <a:pPr algn="l">
              <a:lnSpc>
                <a:spcPct val="200000"/>
              </a:lnSpc>
            </a:pPr>
            <a:r>
              <a:rPr lang="zh-CN" altLang="en-US" sz="1100" dirty="0" smtClean="0"/>
              <a:t>③</a:t>
            </a:r>
            <a:r>
              <a:rPr lang="ko-KR" altLang="en-US" sz="1100" dirty="0" smtClean="0"/>
              <a:t> 결재내용에 대해 읽음으로 표기</a:t>
            </a:r>
            <a:endParaRPr lang="zh-CN" altLang="en-US" sz="1100" dirty="0" smtClean="0"/>
          </a:p>
          <a:p>
            <a:pPr algn="l">
              <a:lnSpc>
                <a:spcPct val="200000"/>
              </a:lnSpc>
            </a:pPr>
            <a:endParaRPr lang="zh-CN" altLang="en-US" sz="1100" dirty="0" smtClean="0"/>
          </a:p>
        </p:txBody>
      </p:sp>
      <p:sp>
        <p:nvSpPr>
          <p:cNvPr id="25" name="矩形 24"/>
          <p:cNvSpPr/>
          <p:nvPr/>
        </p:nvSpPr>
        <p:spPr>
          <a:xfrm>
            <a:off x="5572132" y="1214422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072198" y="1000108"/>
            <a:ext cx="3385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357950" y="1000108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③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909263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42918"/>
            <a:ext cx="6650327" cy="290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547664" y="140210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품의결제함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공지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80754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모든 공지사항을 기재하며 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16" y="637218"/>
            <a:ext cx="2071702" cy="2546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ko-KR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검색조건을 통하여 원하는 내용을 검색</a:t>
            </a:r>
            <a:endParaRPr lang="en-US" altLang="ko-KR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100" dirty="0" smtClean="0"/>
              <a:t>②</a:t>
            </a:r>
            <a:r>
              <a:rPr lang="ko-KR" altLang="en-US" sz="1100" dirty="0" smtClean="0"/>
              <a:t>공지내용에 대해 삭제가능</a:t>
            </a:r>
            <a:endParaRPr lang="en-US" altLang="ko-KR" sz="1100" dirty="0" smtClean="0"/>
          </a:p>
          <a:p>
            <a:pPr algn="l">
              <a:lnSpc>
                <a:spcPct val="200000"/>
              </a:lnSpc>
            </a:pPr>
            <a:r>
              <a:rPr lang="zh-CN" altLang="en-US" sz="1100" dirty="0" smtClean="0"/>
              <a:t>③</a:t>
            </a:r>
            <a:r>
              <a:rPr lang="ko-KR" altLang="en-US" sz="1100" dirty="0" smtClean="0"/>
              <a:t> 공지내용에 대해 읽음으로 표기</a:t>
            </a:r>
            <a:endParaRPr lang="zh-CN" altLang="en-US" sz="1100" dirty="0" smtClean="0"/>
          </a:p>
          <a:p>
            <a:pPr algn="l">
              <a:lnSpc>
                <a:spcPct val="200000"/>
              </a:lnSpc>
            </a:pPr>
            <a:endParaRPr lang="zh-CN" altLang="en-US" sz="1100" dirty="0" smtClean="0"/>
          </a:p>
        </p:txBody>
      </p:sp>
      <p:sp>
        <p:nvSpPr>
          <p:cNvPr id="12" name="矩形 11"/>
          <p:cNvSpPr/>
          <p:nvPr/>
        </p:nvSpPr>
        <p:spPr>
          <a:xfrm>
            <a:off x="5500694" y="1142984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000760" y="928670"/>
            <a:ext cx="3385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286512" y="928670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③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75581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493587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lvl="0" algn="l" eaLnBrk="0" hangingPunct="0"/>
            <a:r>
              <a:rPr lang="en-US" altLang="zh-CN" sz="12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Mnagerment</a:t>
            </a:r>
            <a:r>
              <a:rPr lang="en-US" altLang="zh-CN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ko-KR" altLang="en-US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부서장페이지</a:t>
            </a:r>
            <a:endParaRPr lang="zh-CN" altLang="en-US" sz="12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86578" y="1571612"/>
            <a:ext cx="2357422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기능상세설명</a:t>
            </a:r>
            <a:r>
              <a:rPr lang="zh-CN" altLang="en-US" sz="11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4</a:t>
            </a:r>
            <a:r>
              <a:rPr lang="ko-KR" altLang="en-US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개 사용자로 구분</a:t>
            </a:r>
            <a:r>
              <a:rPr lang="en-US" altLang="ko-KR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:</a:t>
            </a:r>
          </a:p>
          <a:p>
            <a:pPr marL="228600" indent="-228600" algn="l">
              <a:spcBef>
                <a:spcPct val="50000"/>
              </a:spcBef>
            </a:pPr>
            <a:r>
              <a:rPr lang="en-US" altLang="zh-CN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        </a:t>
            </a:r>
            <a:r>
              <a:rPr lang="en-US" altLang="zh-CN" sz="1100" dirty="0" err="1" smtClean="0">
                <a:latin typeface="+mj-lt"/>
                <a:ea typeface="微软雅黑" pitchFamily="34" charset="-122"/>
                <a:cs typeface="Times New Roman" pitchFamily="18" charset="0"/>
              </a:rPr>
              <a:t>MyHome</a:t>
            </a:r>
            <a:r>
              <a:rPr lang="en-US" altLang="zh-CN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:</a:t>
            </a:r>
            <a:r>
              <a:rPr lang="ko-KR" altLang="en-US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직원 개인사용페이지</a:t>
            </a:r>
            <a:endParaRPr lang="en-US" altLang="ko-KR" sz="1100" dirty="0" smtClean="0">
              <a:latin typeface="+mj-lt"/>
              <a:ea typeface="微软雅黑" pitchFamily="34" charset="-122"/>
              <a:cs typeface="Times New Roman" pitchFamily="18" charset="0"/>
            </a:endParaRPr>
          </a:p>
          <a:p>
            <a:pPr marL="228600" indent="-228600" algn="l">
              <a:spcBef>
                <a:spcPct val="50000"/>
              </a:spcBef>
            </a:pPr>
            <a:r>
              <a:rPr lang="en-US" altLang="zh-CN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         </a:t>
            </a:r>
            <a:r>
              <a:rPr lang="en-US" altLang="zh-CN" sz="1100" dirty="0" err="1" smtClean="0">
                <a:latin typeface="+mj-lt"/>
                <a:ea typeface="微软雅黑" pitchFamily="34" charset="-122"/>
                <a:cs typeface="Times New Roman" pitchFamily="18" charset="0"/>
              </a:rPr>
              <a:t>Coordingnator</a:t>
            </a:r>
            <a:r>
              <a:rPr lang="en-US" altLang="zh-CN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:</a:t>
            </a:r>
            <a:r>
              <a:rPr lang="ko-KR" altLang="en-US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근태원 관리권한페이지</a:t>
            </a:r>
            <a:r>
              <a:rPr lang="en-US" altLang="ko-KR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, </a:t>
            </a:r>
            <a:r>
              <a:rPr lang="ko-KR" altLang="en-US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부분 부서장또한 권한부여하여 조회가능</a:t>
            </a:r>
            <a:endParaRPr lang="en-US" altLang="ko-KR" sz="1100" dirty="0" smtClean="0">
              <a:latin typeface="+mj-lt"/>
              <a:ea typeface="微软雅黑" pitchFamily="34" charset="-122"/>
              <a:cs typeface="Times New Roman" pitchFamily="18" charset="0"/>
            </a:endParaRPr>
          </a:p>
          <a:p>
            <a:pPr marL="228600" indent="-228600" algn="l">
              <a:spcBef>
                <a:spcPct val="50000"/>
              </a:spcBef>
            </a:pPr>
            <a:r>
              <a:rPr lang="en-US" altLang="zh-CN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    Management:</a:t>
            </a:r>
            <a:r>
              <a:rPr lang="ko-KR" altLang="en-US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부서장관리권한페이지</a:t>
            </a:r>
            <a:r>
              <a:rPr lang="en-US" altLang="ko-KR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.</a:t>
            </a:r>
          </a:p>
          <a:p>
            <a:pPr marL="228600" indent="-228600" algn="l">
              <a:spcBef>
                <a:spcPct val="50000"/>
              </a:spcBef>
            </a:pPr>
            <a:r>
              <a:rPr lang="en-US" altLang="zh-CN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        Administrator:</a:t>
            </a:r>
            <a:r>
              <a:rPr lang="ko-KR" altLang="en-US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관리자페이지</a:t>
            </a:r>
            <a:r>
              <a:rPr lang="en-US" altLang="ko-KR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, </a:t>
            </a:r>
            <a:r>
              <a:rPr lang="ko-KR" altLang="en-US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사용자 변화페이지 </a:t>
            </a:r>
            <a:endParaRPr lang="en-US" altLang="ko-KR" sz="1100" dirty="0" smtClean="0">
              <a:latin typeface="+mj-lt"/>
              <a:ea typeface="微软雅黑" pitchFamily="34" charset="-122"/>
              <a:cs typeface="Times New Roman" pitchFamily="18" charset="0"/>
            </a:endParaRPr>
          </a:p>
          <a:p>
            <a:pPr marL="228600" indent="-228600" algn="l">
              <a:spcBef>
                <a:spcPct val="50000"/>
              </a:spcBef>
            </a:pPr>
            <a:r>
              <a:rPr lang="ko-KR" altLang="en-US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직무의 부동합에 따라 조회하는 페이지 다름</a:t>
            </a:r>
            <a:endParaRPr lang="en-US" altLang="zh-CN" sz="1100" dirty="0" smtClean="0">
              <a:latin typeface="+mj-lt"/>
              <a:ea typeface="微软雅黑" pitchFamily="34" charset="-122"/>
              <a:cs typeface="Times New Roman" pitchFamily="18" charset="0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marL="228600" indent="-228600" algn="l">
              <a:spcBef>
                <a:spcPct val="50000"/>
              </a:spcBef>
            </a:pPr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/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/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/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/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/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/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/>
            <a:endParaRPr lang="zh-CN" altLang="en-US" sz="11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28736"/>
            <a:ext cx="6801919" cy="3081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1500174"/>
            <a:ext cx="828675" cy="666750"/>
          </a:xfrm>
          <a:prstGeom prst="rect">
            <a:avLst/>
          </a:prstGeom>
          <a:noFill/>
          <a:ln w="25400">
            <a:solidFill>
              <a:srgbClr val="00B05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71480"/>
            <a:ext cx="6853940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80754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부서장이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자기부서직원의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직무경력에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대해 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16" y="637218"/>
            <a:ext cx="2071702" cy="2039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ko-KR" altLang="en-US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검색조건을 통하여 필요한 내용조회가능</a:t>
            </a: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②</a:t>
            </a:r>
            <a:r>
              <a:rPr lang="en-US" altLang="zh-CN" sz="11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EXCEL</a:t>
            </a:r>
            <a:r>
              <a:rPr lang="ko-KR" altLang="en-US" sz="11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출력을 클릭하여 검색한 내용을 출력하여 사용가능</a:t>
            </a: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endParaRPr lang="zh-CN" altLang="en-US" sz="1100" dirty="0" smtClean="0"/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547664" y="140210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부서직원정보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부서직원직무경력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24762" y="714356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84802" y="725389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AutoShape 23"/>
          <p:cNvSpPr>
            <a:spLocks noChangeArrowheads="1"/>
          </p:cNvSpPr>
          <p:nvPr/>
        </p:nvSpPr>
        <p:spPr bwMode="auto">
          <a:xfrm>
            <a:off x="928662" y="1428736"/>
            <a:ext cx="857256" cy="142876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 sz="100" dirty="0">
              <a:ea typeface="微软雅黑" pitchFamily="34" charset="-122"/>
            </a:endParaRPr>
          </a:p>
        </p:txBody>
      </p:sp>
      <p:cxnSp>
        <p:nvCxnSpPr>
          <p:cNvPr id="14" name="肘形连接符 11"/>
          <p:cNvCxnSpPr>
            <a:stCxn id="13" idx="3"/>
          </p:cNvCxnSpPr>
          <p:nvPr/>
        </p:nvCxnSpPr>
        <p:spPr>
          <a:xfrm>
            <a:off x="1785918" y="1500174"/>
            <a:ext cx="2101419" cy="642942"/>
          </a:xfrm>
          <a:prstGeom prst="bentConnector2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19329" y="2143116"/>
            <a:ext cx="3826869" cy="2357454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12929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1547664" y="140210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부서직원정보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부서직원평가내용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42918"/>
            <a:ext cx="6659371" cy="3000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80754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부서장이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자기부서직원의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평가내용에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대해 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858016" y="637218"/>
            <a:ext cx="2071702" cy="2039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ko-KR" altLang="en-US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검색조건을 통하여 필요한 내용조회가능</a:t>
            </a: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②</a:t>
            </a:r>
            <a:r>
              <a:rPr lang="en-US" altLang="zh-CN" sz="11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EXCEL</a:t>
            </a:r>
            <a:r>
              <a:rPr lang="ko-KR" altLang="en-US" sz="11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출력을 클릭하여 검색한 내용을 출력하여 사용가능</a:t>
            </a: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endParaRPr lang="zh-CN" altLang="en-US" sz="1100" dirty="0" smtClean="0"/>
          </a:p>
        </p:txBody>
      </p:sp>
      <p:sp>
        <p:nvSpPr>
          <p:cNvPr id="19" name="TextBox 18"/>
          <p:cNvSpPr txBox="1"/>
          <p:nvPr/>
        </p:nvSpPr>
        <p:spPr>
          <a:xfrm>
            <a:off x="5924762" y="714356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84802" y="725389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20406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80754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부서장이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자기부서직원의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인사정보에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대해 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16" y="637218"/>
            <a:ext cx="2071702" cy="2039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ko-KR" altLang="en-US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검색조건을 통하여 필요한 내용조회가능</a:t>
            </a: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②</a:t>
            </a:r>
            <a:r>
              <a:rPr lang="en-US" altLang="zh-CN" sz="11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EXCEL</a:t>
            </a:r>
            <a:r>
              <a:rPr lang="ko-KR" altLang="en-US" sz="11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출력을 클릭하여 검색한 내용을 출력하여 사용가능</a:t>
            </a: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endParaRPr lang="zh-CN" altLang="en-US" sz="1100" dirty="0" smtClean="0"/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547664" y="140210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부서직원정보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부서직원인사정보조회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00042"/>
            <a:ext cx="6707640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5929322" y="642918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89362" y="653951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71670" y="2643182"/>
            <a:ext cx="4495200" cy="185738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13" name="AutoShape 23"/>
          <p:cNvSpPr>
            <a:spLocks noChangeArrowheads="1"/>
          </p:cNvSpPr>
          <p:nvPr/>
        </p:nvSpPr>
        <p:spPr bwMode="auto">
          <a:xfrm>
            <a:off x="2542019" y="1142984"/>
            <a:ext cx="857256" cy="142876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 sz="100" dirty="0">
              <a:ea typeface="微软雅黑" pitchFamily="34" charset="-122"/>
            </a:endParaRPr>
          </a:p>
        </p:txBody>
      </p:sp>
      <p:cxnSp>
        <p:nvCxnSpPr>
          <p:cNvPr id="14" name="肘形连接符 11"/>
          <p:cNvCxnSpPr>
            <a:stCxn id="13" idx="3"/>
            <a:endCxn id="12292" idx="0"/>
          </p:cNvCxnSpPr>
          <p:nvPr/>
        </p:nvCxnSpPr>
        <p:spPr>
          <a:xfrm>
            <a:off x="3399275" y="1214422"/>
            <a:ext cx="919995" cy="1428760"/>
          </a:xfrm>
          <a:prstGeom prst="bentConnector2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7286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42918"/>
            <a:ext cx="6657586" cy="303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80754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부서장이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자기부서직원의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근태정보에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대해 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16" y="637218"/>
            <a:ext cx="2071702" cy="2039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ko-KR" altLang="en-US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검색조건을 통하여 필요한 내용조회가능</a:t>
            </a: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②</a:t>
            </a:r>
            <a:r>
              <a:rPr lang="en-US" altLang="zh-CN" sz="11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EXCEL</a:t>
            </a:r>
            <a:r>
              <a:rPr lang="ko-KR" altLang="en-US" sz="11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출력을 클릭하여 검색한 내용을 출력하여 사용가능</a:t>
            </a: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endParaRPr lang="zh-CN" altLang="en-US" sz="1100" dirty="0" smtClean="0"/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547664" y="140210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부서직원근태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부서직원근태조회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57884" y="783514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17924" y="794547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69047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71479"/>
            <a:ext cx="6786578" cy="3097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80754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부서장이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자기부서직원의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잔업정보에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대해 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16" y="637218"/>
            <a:ext cx="2071702" cy="2039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ko-KR" altLang="en-US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검색조건을 통하여 필요한 내용조회가능</a:t>
            </a: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②</a:t>
            </a:r>
            <a:r>
              <a:rPr lang="en-US" altLang="zh-CN" sz="11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EXCEL</a:t>
            </a:r>
            <a:r>
              <a:rPr lang="ko-KR" altLang="en-US" sz="11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출력을 클릭하여 검색한 내용을 출력하여 사용가능</a:t>
            </a: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endParaRPr lang="zh-CN" altLang="en-US" sz="1100" dirty="0" smtClean="0"/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547664" y="140210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부서직원근태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부서직원잔업조회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57884" y="783514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17924" y="794547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52948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80754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부서장이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자기부서직원의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개인근태현황에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대해 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16" y="637218"/>
            <a:ext cx="2071702" cy="2039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ko-KR" altLang="en-US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검색조건을 통하여 필요한 내용조회가능</a:t>
            </a: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②</a:t>
            </a:r>
            <a:r>
              <a:rPr lang="en-US" altLang="zh-CN" sz="11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EXCEL</a:t>
            </a:r>
            <a:r>
              <a:rPr lang="ko-KR" altLang="en-US" sz="11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출력을 클릭하여 검색한 내용을 출력하여 사용가능</a:t>
            </a: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endParaRPr lang="zh-CN" altLang="en-US" sz="1100" dirty="0" smtClean="0"/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547664" y="140210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부서직원근태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개인근태현황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71480"/>
            <a:ext cx="6858016" cy="3162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6141926" y="865985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72198" y="1080299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85852" y="2786058"/>
            <a:ext cx="4572032" cy="228982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12" name="AutoShape 23"/>
          <p:cNvSpPr>
            <a:spLocks noChangeArrowheads="1"/>
          </p:cNvSpPr>
          <p:nvPr/>
        </p:nvSpPr>
        <p:spPr bwMode="auto">
          <a:xfrm>
            <a:off x="6500825" y="1571612"/>
            <a:ext cx="294451" cy="142876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 sz="100" dirty="0">
              <a:ea typeface="微软雅黑" pitchFamily="34" charset="-122"/>
            </a:endParaRPr>
          </a:p>
        </p:txBody>
      </p:sp>
      <p:cxnSp>
        <p:nvCxnSpPr>
          <p:cNvPr id="13" name="肘形连接符 11"/>
          <p:cNvCxnSpPr>
            <a:stCxn id="12" idx="2"/>
            <a:endCxn id="6147" idx="3"/>
          </p:cNvCxnSpPr>
          <p:nvPr/>
        </p:nvCxnSpPr>
        <p:spPr>
          <a:xfrm rot="5400000">
            <a:off x="5144728" y="2427645"/>
            <a:ext cx="2216480" cy="790167"/>
          </a:xfrm>
          <a:prstGeom prst="bentConnector2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218722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71480"/>
            <a:ext cx="6858016" cy="3109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6141926" y="865985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72198" y="1080299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80754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부서장이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자기부서직원의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개인잔업현황에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대해 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16" y="637218"/>
            <a:ext cx="2071702" cy="2039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ko-KR" altLang="en-US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검색조건을 통하여 필요한 내용조회가능</a:t>
            </a: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②</a:t>
            </a:r>
            <a:r>
              <a:rPr lang="en-US" altLang="zh-CN" sz="11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EXCEL</a:t>
            </a:r>
            <a:r>
              <a:rPr lang="ko-KR" altLang="en-US" sz="11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출력을 클릭하여 검색한 내용을 출력하여 사용가능</a:t>
            </a: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endParaRPr lang="zh-CN" altLang="en-US" sz="1100" dirty="0" smtClean="0"/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1547664" y="140210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부서직원근태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개인잔업현황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39090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71480"/>
            <a:ext cx="6806913" cy="3081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80754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부서장이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자기부서직원의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연차사용현황에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대해 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16" y="637218"/>
            <a:ext cx="2071702" cy="2039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ko-KR" altLang="en-US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검색조건을 통하여 필요한 내용조회가능</a:t>
            </a: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②</a:t>
            </a:r>
            <a:r>
              <a:rPr lang="en-US" altLang="zh-CN" sz="11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EXCEL</a:t>
            </a:r>
            <a:r>
              <a:rPr lang="ko-KR" altLang="en-US" sz="11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출력을 클릭하여 검색한 내용을 출력하여 사용가능</a:t>
            </a: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endParaRPr lang="zh-CN" altLang="en-US" sz="1100" dirty="0" smtClean="0"/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547664" y="140210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부서직원근태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연차사용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현황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39076" y="926390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9116" y="937423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628" y="2714620"/>
            <a:ext cx="928693" cy="21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571481"/>
            <a:ext cx="6746973" cy="2928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80754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부서장이 부서별에 따라 직급통계에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대해 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16" y="637218"/>
            <a:ext cx="2071702" cy="1531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ko-KR" altLang="en-US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검색조건을 통하여 필요한 내용조회가능</a:t>
            </a: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endParaRPr lang="zh-CN" altLang="en-US" sz="1100" dirty="0" smtClean="0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547664" y="140210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인사통계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부서별통계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직급별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39076" y="926390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1733540"/>
            <a:ext cx="857256" cy="19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500042"/>
            <a:ext cx="6832289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80754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부서장이 부서별에 따라 학력통계에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대해 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16" y="637218"/>
            <a:ext cx="2071702" cy="1531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ko-KR" altLang="en-US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검색조건을 통하여 필요한 내용조회가능</a:t>
            </a: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endParaRPr lang="zh-CN" altLang="en-US" sz="1100" dirty="0" smtClean="0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547664" y="140210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인사통계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부서별통계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학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력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별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39076" y="926390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71479"/>
            <a:ext cx="6858016" cy="2918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80754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부서장이 부서별에 따라 년령통계에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대해 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16" y="637218"/>
            <a:ext cx="2071702" cy="1531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ko-KR" altLang="en-US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검색조건을 통하여 필요한 내용조회가능</a:t>
            </a: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endParaRPr lang="zh-CN" altLang="en-US" sz="1100" dirty="0" smtClean="0"/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547664" y="140210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인사통계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부서별통계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년령별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39076" y="926390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0042"/>
            <a:ext cx="6786577" cy="2865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80754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부서장이 부서별에 따라 직원유형통계에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대해 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16" y="637218"/>
            <a:ext cx="2071702" cy="1531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ko-KR" altLang="en-US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검색조건을 통하여 필요한 내용조회가능</a:t>
            </a: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endParaRPr lang="zh-CN" altLang="en-US" sz="1100" dirty="0" smtClean="0"/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547664" y="140210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인사통계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부서별통계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직원유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형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별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39076" y="926390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19560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1604" y="3429000"/>
            <a:ext cx="4000528" cy="21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1605" y="3286124"/>
            <a:ext cx="928694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6578" y="5500702"/>
            <a:ext cx="98107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571480"/>
            <a:ext cx="6843237" cy="2895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80754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부서장이 월별채용현황에 대해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858016" y="637218"/>
            <a:ext cx="2071702" cy="1531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ko-KR" altLang="en-US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검색조건을 통하여 필요한 내용조회가능</a:t>
            </a: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endParaRPr lang="zh-CN" altLang="en-US" sz="1100" dirty="0" smtClean="0"/>
          </a:p>
        </p:txBody>
      </p:sp>
      <p:sp>
        <p:nvSpPr>
          <p:cNvPr id="28" name="Text Box 7"/>
          <p:cNvSpPr txBox="1">
            <a:spLocks noChangeArrowheads="1"/>
          </p:cNvSpPr>
          <p:nvPr/>
        </p:nvSpPr>
        <p:spPr bwMode="auto">
          <a:xfrm>
            <a:off x="1547664" y="140210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인사통계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월별채용현황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39076" y="926390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15074" y="2857497"/>
            <a:ext cx="357190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00042"/>
            <a:ext cx="6858016" cy="280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80754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부서장이 월별퇴사현황에 대해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조회하는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16" y="637218"/>
            <a:ext cx="2071702" cy="1531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ko-KR" altLang="en-US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검색조건을 통하여 필요한 내용조회가능</a:t>
            </a: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endParaRPr lang="zh-CN" altLang="en-US" sz="1100" dirty="0" smtClean="0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547664" y="140210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인사통계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 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월별퇴사현황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39076" y="926390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42918"/>
            <a:ext cx="6806869" cy="3128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80754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부서장이 이력서를 선택하고 면접안배를 진행하는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16" y="637218"/>
            <a:ext cx="2071702" cy="3054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ko-KR" altLang="en-US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검색조건을 통하여 필요한 </a:t>
            </a:r>
            <a:r>
              <a:rPr lang="ko-KR" altLang="en-US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내용조회가능</a:t>
            </a:r>
            <a:endParaRPr lang="en-US" altLang="ko-KR" sz="1100" b="1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ko-KR" sz="1100" b="1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1100" b="1" dirty="0" smtClean="0"/>
              <a:t>②</a:t>
            </a:r>
            <a:r>
              <a:rPr lang="ko-KR" altLang="en-US" sz="1100" b="1" dirty="0" smtClean="0"/>
              <a:t>조건에 부합되는 응시자를 선택하여 면접안배를 진행</a:t>
            </a:r>
            <a:endParaRPr lang="en-US" altLang="ko-KR" sz="1100" b="1" dirty="0" smtClean="0"/>
          </a:p>
          <a:p>
            <a:pPr algn="l"/>
            <a:endParaRPr lang="en-US" altLang="ko-KR" sz="1100" b="1" dirty="0" smtClean="0"/>
          </a:p>
          <a:p>
            <a:pPr algn="l"/>
            <a:r>
              <a:rPr lang="zh-CN" altLang="en-US" sz="1100" b="1" dirty="0" smtClean="0"/>
              <a:t>③</a:t>
            </a:r>
            <a:r>
              <a:rPr lang="ko-KR" altLang="en-US" sz="1100" b="1" dirty="0" smtClean="0"/>
              <a:t>응시자의 이력서에 대해 잠시 보류가능</a:t>
            </a:r>
            <a:endParaRPr lang="en-US" altLang="ko-KR" sz="1100" b="1" dirty="0" smtClean="0"/>
          </a:p>
          <a:p>
            <a:pPr algn="l"/>
            <a:endParaRPr lang="en-US" altLang="ko-KR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ko-KR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endParaRPr lang="zh-CN" altLang="en-US" sz="1100" dirty="0" smtClean="0"/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547664" y="140210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채용관리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이력서선택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72132" y="857232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43636" y="857232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448024" y="865985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③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71480"/>
            <a:ext cx="6786578" cy="314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80754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부서장이 이력서를 선택하고 면접관을 지정하는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16" y="637218"/>
            <a:ext cx="2071702" cy="322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ko-KR" altLang="en-US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검색조건을 통하여 필요한 </a:t>
            </a:r>
            <a:r>
              <a:rPr lang="ko-KR" altLang="en-US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내용조회가능</a:t>
            </a:r>
            <a:endParaRPr lang="en-US" altLang="ko-KR" sz="1100" b="1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ko-KR" sz="1100" b="1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1100" b="1" dirty="0" smtClean="0"/>
              <a:t>②</a:t>
            </a:r>
            <a:r>
              <a:rPr lang="ko-KR" altLang="en-US" sz="1100" b="1" dirty="0" smtClean="0"/>
              <a:t>이력서에 따라 면접관을 지정하고 면접시간</a:t>
            </a:r>
            <a:r>
              <a:rPr lang="en-US" altLang="ko-KR" sz="1100" b="1" dirty="0" smtClean="0"/>
              <a:t>, </a:t>
            </a:r>
            <a:r>
              <a:rPr lang="ko-KR" altLang="en-US" sz="1100" b="1" dirty="0" smtClean="0"/>
              <a:t>장소설정가능</a:t>
            </a:r>
            <a:endParaRPr lang="en-US" altLang="ko-KR" sz="1100" b="1" dirty="0" smtClean="0"/>
          </a:p>
          <a:p>
            <a:pPr algn="l"/>
            <a:endParaRPr lang="en-US" altLang="ko-KR" sz="1100" b="1" dirty="0" smtClean="0"/>
          </a:p>
          <a:p>
            <a:pPr algn="l"/>
            <a:r>
              <a:rPr lang="zh-CN" altLang="en-US" sz="1100" b="1" dirty="0" smtClean="0"/>
              <a:t>③</a:t>
            </a:r>
            <a:r>
              <a:rPr lang="ko-KR" altLang="en-US" sz="1100" b="1" dirty="0" smtClean="0"/>
              <a:t>이력서를 선택하고 작성한 면접관을 저장함</a:t>
            </a:r>
            <a:endParaRPr lang="en-US" altLang="ko-KR" sz="1100" b="1" dirty="0" smtClean="0"/>
          </a:p>
          <a:p>
            <a:pPr algn="l"/>
            <a:endParaRPr lang="en-US" altLang="ko-KR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ko-KR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endParaRPr lang="zh-CN" altLang="en-US" sz="1100" dirty="0" smtClean="0"/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547664" y="140210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채용관리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면접안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배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00760" y="785794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7950" y="2857496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4348" y="2786058"/>
            <a:ext cx="6072230" cy="114300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800" dirty="0" smtClean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519462" y="1008861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③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71480"/>
            <a:ext cx="6786578" cy="3099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80754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부서장이 이력서를 선택하고 면접을 진행한 결과에 따라 승인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부결을 진행하는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16" y="637218"/>
            <a:ext cx="2071702" cy="3393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ko-KR" altLang="en-US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검색조건을 통하여 필요한 </a:t>
            </a:r>
            <a:r>
              <a:rPr lang="ko-KR" altLang="en-US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내용조회가능</a:t>
            </a:r>
            <a:endParaRPr lang="en-US" altLang="ko-KR" sz="1100" b="1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ko-KR" sz="1100" b="1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1100" b="1" dirty="0" smtClean="0"/>
              <a:t>②</a:t>
            </a:r>
            <a:r>
              <a:rPr lang="ko-KR" altLang="en-US" sz="1100" b="1" dirty="0" smtClean="0"/>
              <a:t>면접관이 응시자의 면접결과에 따라 통과시 승인진행</a:t>
            </a:r>
            <a:endParaRPr lang="en-US" altLang="ko-KR" sz="1100" b="1" dirty="0" smtClean="0"/>
          </a:p>
          <a:p>
            <a:pPr algn="l"/>
            <a:endParaRPr lang="en-US" altLang="ko-KR" sz="1100" b="1" dirty="0" smtClean="0"/>
          </a:p>
          <a:p>
            <a:pPr algn="l"/>
            <a:r>
              <a:rPr lang="zh-CN" altLang="en-US" sz="1100" b="1" dirty="0" smtClean="0"/>
              <a:t>③</a:t>
            </a:r>
            <a:r>
              <a:rPr lang="ko-KR" altLang="en-US" sz="1100" b="1" dirty="0" smtClean="0"/>
              <a:t> 면접관이 </a:t>
            </a:r>
            <a:r>
              <a:rPr lang="ko-KR" altLang="en-US" sz="1100" b="1" dirty="0" smtClean="0"/>
              <a:t>응시자의 면접결과에 따라 불통과시 부결진행</a:t>
            </a:r>
            <a:endParaRPr lang="en-US" altLang="ko-KR" sz="1100" b="1" dirty="0" smtClean="0"/>
          </a:p>
          <a:p>
            <a:pPr algn="l"/>
            <a:endParaRPr lang="en-US" altLang="ko-KR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ko-KR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endParaRPr lang="zh-CN" altLang="en-US" sz="1100" dirty="0" smtClean="0"/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547664" y="140210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채용관리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면접기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록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00760" y="785794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7950" y="1285860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572264" y="1294613"/>
            <a:ext cx="3385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③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14356"/>
            <a:ext cx="6715140" cy="3140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80754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부서장이 직원이 신청한 교육에 대해 결재하는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16" y="637218"/>
            <a:ext cx="2071702" cy="2716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ko-KR" altLang="en-US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검색조건을 통하여 필요한 </a:t>
            </a:r>
            <a:r>
              <a:rPr lang="ko-KR" altLang="en-US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내용조회가능</a:t>
            </a:r>
            <a:endParaRPr lang="en-US" altLang="ko-KR" sz="1100" b="1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ko-KR" sz="1100" b="1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1100" b="1" dirty="0" smtClean="0"/>
              <a:t>②</a:t>
            </a:r>
            <a:r>
              <a:rPr lang="ko-KR" altLang="en-US" sz="1100" b="1" dirty="0" smtClean="0"/>
              <a:t>직원이 신청한 교육에 대해 통과진행</a:t>
            </a:r>
            <a:endParaRPr lang="en-US" altLang="ko-KR" sz="1100" b="1" dirty="0" smtClean="0"/>
          </a:p>
          <a:p>
            <a:pPr algn="l"/>
            <a:endParaRPr lang="en-US" altLang="ko-KR" sz="1100" dirty="0" smtClean="0"/>
          </a:p>
          <a:p>
            <a:pPr algn="l"/>
            <a:endParaRPr lang="en-US" altLang="ko-KR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ko-KR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endParaRPr lang="zh-CN" altLang="en-US" sz="1100" dirty="0" smtClean="0"/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547664" y="140210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교육</a:t>
            </a:r>
            <a:r>
              <a:rPr lang="en-US" altLang="zh-CN" sz="1200" kern="0" dirty="0" smtClean="0"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교육결재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5008" y="1294613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7950" y="1294613"/>
            <a:ext cx="216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8794" y="2740020"/>
            <a:ext cx="3929060" cy="2636836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13" name="AutoShape 23"/>
          <p:cNvSpPr>
            <a:spLocks noChangeArrowheads="1"/>
          </p:cNvSpPr>
          <p:nvPr/>
        </p:nvSpPr>
        <p:spPr bwMode="auto">
          <a:xfrm>
            <a:off x="4786315" y="1641146"/>
            <a:ext cx="428628" cy="216217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 sz="100" dirty="0">
              <a:ea typeface="微软雅黑" pitchFamily="34" charset="-122"/>
            </a:endParaRPr>
          </a:p>
        </p:txBody>
      </p:sp>
      <p:cxnSp>
        <p:nvCxnSpPr>
          <p:cNvPr id="14" name="肘形连接符 11"/>
          <p:cNvCxnSpPr>
            <a:stCxn id="13" idx="2"/>
            <a:endCxn id="18435" idx="3"/>
          </p:cNvCxnSpPr>
          <p:nvPr/>
        </p:nvCxnSpPr>
        <p:spPr>
          <a:xfrm rot="16200000" flipH="1">
            <a:off x="4328704" y="2529287"/>
            <a:ext cx="2201075" cy="857225"/>
          </a:xfrm>
          <a:prstGeom prst="bentConnector4">
            <a:avLst>
              <a:gd name="adj1" fmla="val 20051"/>
              <a:gd name="adj2" fmla="val 126667"/>
            </a:avLst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493587" y="116632"/>
            <a:ext cx="259228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algn="l" eaLnBrk="0" hangingPunct="0"/>
            <a:r>
              <a:rPr lang="en-US" altLang="zh-CN" sz="1200" dirty="0" smtClean="0"/>
              <a:t>Administrator</a:t>
            </a:r>
            <a:r>
              <a:rPr lang="ko-KR" altLang="en-US" sz="1200" dirty="0" smtClean="0"/>
              <a:t>관리자</a:t>
            </a:r>
            <a:r>
              <a:rPr lang="ko-KR" altLang="en-US" sz="12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페이지</a:t>
            </a:r>
            <a:endParaRPr lang="zh-CN" altLang="en-US" sz="12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86578" y="1571612"/>
            <a:ext cx="2357422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기능상세설명</a:t>
            </a:r>
            <a:r>
              <a:rPr lang="zh-CN" altLang="en-US" sz="11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4</a:t>
            </a:r>
            <a:r>
              <a:rPr lang="ko-KR" altLang="en-US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개 사용자로 구분</a:t>
            </a:r>
            <a:r>
              <a:rPr lang="en-US" altLang="ko-KR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:</a:t>
            </a:r>
          </a:p>
          <a:p>
            <a:pPr marL="228600" indent="-228600" algn="l">
              <a:spcBef>
                <a:spcPct val="50000"/>
              </a:spcBef>
            </a:pPr>
            <a:r>
              <a:rPr lang="en-US" altLang="zh-CN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        </a:t>
            </a:r>
            <a:r>
              <a:rPr lang="en-US" altLang="zh-CN" sz="1100" dirty="0" err="1" smtClean="0">
                <a:latin typeface="+mj-lt"/>
                <a:ea typeface="微软雅黑" pitchFamily="34" charset="-122"/>
                <a:cs typeface="Times New Roman" pitchFamily="18" charset="0"/>
              </a:rPr>
              <a:t>MyHome</a:t>
            </a:r>
            <a:r>
              <a:rPr lang="en-US" altLang="zh-CN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:</a:t>
            </a:r>
            <a:r>
              <a:rPr lang="ko-KR" altLang="en-US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직원 개인사용페이지</a:t>
            </a:r>
            <a:endParaRPr lang="en-US" altLang="ko-KR" sz="1100" dirty="0" smtClean="0">
              <a:latin typeface="+mj-lt"/>
              <a:ea typeface="微软雅黑" pitchFamily="34" charset="-122"/>
              <a:cs typeface="Times New Roman" pitchFamily="18" charset="0"/>
            </a:endParaRPr>
          </a:p>
          <a:p>
            <a:pPr marL="228600" indent="-228600" algn="l">
              <a:spcBef>
                <a:spcPct val="50000"/>
              </a:spcBef>
            </a:pPr>
            <a:r>
              <a:rPr lang="en-US" altLang="zh-CN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         </a:t>
            </a:r>
            <a:r>
              <a:rPr lang="en-US" altLang="zh-CN" sz="1100" dirty="0" err="1" smtClean="0">
                <a:latin typeface="+mj-lt"/>
                <a:ea typeface="微软雅黑" pitchFamily="34" charset="-122"/>
                <a:cs typeface="Times New Roman" pitchFamily="18" charset="0"/>
              </a:rPr>
              <a:t>Coordingnator</a:t>
            </a:r>
            <a:r>
              <a:rPr lang="en-US" altLang="zh-CN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:</a:t>
            </a:r>
            <a:r>
              <a:rPr lang="ko-KR" altLang="en-US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근태원 관리권한페이지</a:t>
            </a:r>
            <a:r>
              <a:rPr lang="en-US" altLang="ko-KR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, </a:t>
            </a:r>
            <a:r>
              <a:rPr lang="ko-KR" altLang="en-US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부분 부서장또한 권한부여하여 조회가능</a:t>
            </a:r>
            <a:endParaRPr lang="en-US" altLang="ko-KR" sz="1100" dirty="0" smtClean="0">
              <a:latin typeface="+mj-lt"/>
              <a:ea typeface="微软雅黑" pitchFamily="34" charset="-122"/>
              <a:cs typeface="Times New Roman" pitchFamily="18" charset="0"/>
            </a:endParaRPr>
          </a:p>
          <a:p>
            <a:pPr marL="228600" indent="-228600" algn="l">
              <a:spcBef>
                <a:spcPct val="50000"/>
              </a:spcBef>
            </a:pPr>
            <a:r>
              <a:rPr lang="en-US" altLang="zh-CN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    Management:</a:t>
            </a:r>
            <a:r>
              <a:rPr lang="ko-KR" altLang="en-US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부서장관리권한페이지</a:t>
            </a:r>
            <a:r>
              <a:rPr lang="en-US" altLang="ko-KR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.</a:t>
            </a:r>
          </a:p>
          <a:p>
            <a:pPr marL="228600" indent="-228600" algn="l">
              <a:spcBef>
                <a:spcPct val="50000"/>
              </a:spcBef>
            </a:pPr>
            <a:r>
              <a:rPr lang="en-US" altLang="zh-CN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        Administrator:</a:t>
            </a:r>
            <a:r>
              <a:rPr lang="ko-KR" altLang="en-US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관리자페이지</a:t>
            </a:r>
            <a:r>
              <a:rPr lang="en-US" altLang="ko-KR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, </a:t>
            </a:r>
            <a:r>
              <a:rPr lang="ko-KR" altLang="en-US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사용자 변화페이지 </a:t>
            </a:r>
            <a:endParaRPr lang="en-US" altLang="ko-KR" sz="1100" dirty="0" smtClean="0">
              <a:latin typeface="+mj-lt"/>
              <a:ea typeface="微软雅黑" pitchFamily="34" charset="-122"/>
              <a:cs typeface="Times New Roman" pitchFamily="18" charset="0"/>
            </a:endParaRPr>
          </a:p>
          <a:p>
            <a:pPr marL="228600" indent="-228600" algn="l">
              <a:spcBef>
                <a:spcPct val="50000"/>
              </a:spcBef>
            </a:pPr>
            <a:r>
              <a:rPr lang="ko-KR" altLang="en-US" sz="1100" dirty="0" smtClean="0">
                <a:latin typeface="+mj-lt"/>
                <a:ea typeface="微软雅黑" pitchFamily="34" charset="-122"/>
                <a:cs typeface="Times New Roman" pitchFamily="18" charset="0"/>
              </a:rPr>
              <a:t>직무의 부동합에 따라 조회하는 페이지 다름</a:t>
            </a:r>
            <a:endParaRPr lang="en-US" altLang="zh-CN" sz="1100" dirty="0" smtClean="0">
              <a:latin typeface="+mj-lt"/>
              <a:ea typeface="微软雅黑" pitchFamily="34" charset="-122"/>
              <a:cs typeface="Times New Roman" pitchFamily="18" charset="0"/>
            </a:endParaRPr>
          </a:p>
          <a:p>
            <a:pPr marL="228600" indent="-228600" algn="l">
              <a:spcBef>
                <a:spcPct val="50000"/>
              </a:spcBef>
              <a:buFont typeface="+mj-lt"/>
              <a:buAutoNum type="arabicPeriod"/>
            </a:pPr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marL="228600" indent="-228600" algn="l">
              <a:spcBef>
                <a:spcPct val="50000"/>
              </a:spcBef>
            </a:pPr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/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/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/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/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/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/>
            <a:endParaRPr lang="en-US" altLang="zh-CN" sz="11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l"/>
            <a:endParaRPr lang="zh-CN" altLang="en-US" sz="11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28736"/>
            <a:ext cx="6801919" cy="3081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1500174"/>
            <a:ext cx="828675" cy="666750"/>
          </a:xfrm>
          <a:prstGeom prst="rect">
            <a:avLst/>
          </a:prstGeom>
          <a:noFill/>
          <a:ln w="25400">
            <a:solidFill>
              <a:srgbClr val="00B05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428604"/>
            <a:ext cx="6783341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椭圆 48"/>
          <p:cNvSpPr/>
          <p:nvPr/>
        </p:nvSpPr>
        <p:spPr>
          <a:xfrm>
            <a:off x="5929322" y="857232"/>
            <a:ext cx="214314" cy="21431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52866637"/>
              </p:ext>
            </p:extLst>
          </p:nvPr>
        </p:nvGraphicFramePr>
        <p:xfrm>
          <a:off x="71406" y="5780754"/>
          <a:ext cx="8929750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55"/>
                <a:gridCol w="8051795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FAQ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TIP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 Unicode MS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본 페이지는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 Unicode MS" pitchFamily="50" charset="-127"/>
                        </a:rPr>
                        <a:t>관리자가 사용자페이지를 편리하고 변경하여 사용가능한 페이지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858016" y="637218"/>
            <a:ext cx="2071702" cy="2039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100" b="1" dirty="0" smtClean="0">
                <a:latin typeface="微软雅黑" pitchFamily="34" charset="-122"/>
                <a:ea typeface="微软雅黑" pitchFamily="34" charset="-122"/>
              </a:rPr>
              <a:t>기능상세설명</a:t>
            </a:r>
            <a:r>
              <a:rPr lang="zh-CN" altLang="en-US" sz="11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spcBef>
                <a:spcPct val="50000"/>
              </a:spcBef>
            </a:pPr>
            <a:endParaRPr lang="en-US" altLang="zh-CN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r>
              <a:rPr lang="en-US" altLang="zh-CN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ko-KR" altLang="en-US" sz="11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관리자가 편리하게 사용자를 변경가능</a:t>
            </a:r>
            <a:endParaRPr lang="en-US" altLang="ko-KR" sz="1100" dirty="0" smtClean="0"/>
          </a:p>
          <a:p>
            <a:pPr algn="l"/>
            <a:endParaRPr lang="en-US" altLang="ko-KR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ko-KR" sz="1100" b="1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 algn="l">
              <a:buFont typeface="+mj-ea"/>
              <a:buNone/>
            </a:pPr>
            <a:endParaRPr lang="en-US" altLang="zh-CN" sz="11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200000"/>
              </a:lnSpc>
            </a:pPr>
            <a:endParaRPr lang="zh-CN" altLang="en-US" sz="1100" dirty="0" smtClean="0"/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1547664" y="140210"/>
            <a:ext cx="2952328" cy="27699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316531" indent="-316531" algn="l" defTabSz="844083" eaLnBrk="0" latinLnBrk="1" hangingPunct="0">
              <a:spcBef>
                <a:spcPct val="20000"/>
              </a:spcBef>
              <a:defRPr/>
            </a:pPr>
            <a:r>
              <a:rPr lang="ko-KR" altLang="en-US" sz="1200" kern="0" dirty="0" smtClean="0">
                <a:latin typeface="微软雅黑" pitchFamily="34" charset="-122"/>
                <a:ea typeface="微软雅黑" pitchFamily="34" charset="-122"/>
              </a:rPr>
              <a:t>사용자변경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315913" y="5672138"/>
            <a:ext cx="322421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kumimoji="1" lang="en-US" altLang="en-US" sz="1000" b="1">
                <a:solidFill>
                  <a:schemeClr val="bg2"/>
                </a:solidFill>
              </a:rPr>
              <a:t>Applied Innovative Technologies, Ltd.</a:t>
            </a:r>
            <a:r>
              <a:rPr kumimoji="1" lang="en-US" altLang="ko-KR" sz="1000" b="1">
                <a:solidFill>
                  <a:schemeClr val="bg2"/>
                </a:solidFill>
              </a:rPr>
              <a:t>    </a:t>
            </a:r>
          </a:p>
          <a:p>
            <a:pPr algn="l"/>
            <a:r>
              <a:rPr kumimoji="1" lang="en-US" altLang="ko-KR" sz="1000" b="1">
                <a:solidFill>
                  <a:schemeClr val="bg2"/>
                </a:solidFill>
              </a:rPr>
              <a:t>TEL : +</a:t>
            </a:r>
            <a:r>
              <a:rPr kumimoji="1" lang="en-US" altLang="zh-CN" sz="1000" b="1">
                <a:solidFill>
                  <a:schemeClr val="bg2"/>
                </a:solidFill>
              </a:rPr>
              <a:t>86</a:t>
            </a:r>
            <a:r>
              <a:rPr kumimoji="1" lang="en-US" altLang="ko-KR" sz="1000" b="1">
                <a:solidFill>
                  <a:schemeClr val="bg2"/>
                </a:solidFill>
              </a:rPr>
              <a:t>-</a:t>
            </a:r>
            <a:r>
              <a:rPr kumimoji="1" lang="en-US" altLang="zh-CN" sz="1000" b="1">
                <a:solidFill>
                  <a:schemeClr val="bg2"/>
                </a:solidFill>
              </a:rPr>
              <a:t>010</a:t>
            </a:r>
            <a:r>
              <a:rPr kumimoji="1" lang="en-US" altLang="ko-KR" sz="1000" b="1">
                <a:solidFill>
                  <a:schemeClr val="bg2"/>
                </a:solidFill>
              </a:rPr>
              <a:t>-</a:t>
            </a:r>
            <a:r>
              <a:rPr kumimoji="1" lang="en-US" altLang="zh-CN" sz="1000" b="1">
                <a:solidFill>
                  <a:schemeClr val="bg2"/>
                </a:solidFill>
              </a:rPr>
              <a:t>5166-8118</a:t>
            </a:r>
            <a:r>
              <a:rPr kumimoji="1" lang="en-US" altLang="ko-KR" sz="1000" b="1">
                <a:solidFill>
                  <a:schemeClr val="bg2"/>
                </a:solidFill>
              </a:rPr>
              <a:t>   </a:t>
            </a:r>
          </a:p>
          <a:p>
            <a:pPr algn="l"/>
            <a:r>
              <a:rPr kumimoji="1" lang="en-US" altLang="ko-KR" sz="1000" b="1">
                <a:solidFill>
                  <a:schemeClr val="bg2"/>
                </a:solidFill>
              </a:rPr>
              <a:t>FAX : +8</a:t>
            </a:r>
            <a:r>
              <a:rPr kumimoji="1" lang="en-US" altLang="zh-CN" sz="1000" b="1">
                <a:solidFill>
                  <a:schemeClr val="bg2"/>
                </a:solidFill>
              </a:rPr>
              <a:t>6-010</a:t>
            </a:r>
            <a:r>
              <a:rPr kumimoji="1" lang="en-US" altLang="ko-KR" sz="1000" b="1">
                <a:solidFill>
                  <a:schemeClr val="bg2"/>
                </a:solidFill>
              </a:rPr>
              <a:t>-</a:t>
            </a:r>
            <a:r>
              <a:rPr kumimoji="1" lang="en-US" altLang="zh-CN" sz="1000" b="1">
                <a:solidFill>
                  <a:schemeClr val="bg2"/>
                </a:solidFill>
              </a:rPr>
              <a:t>6439</a:t>
            </a:r>
            <a:r>
              <a:rPr kumimoji="1" lang="en-US" altLang="ko-KR" sz="1000" b="1">
                <a:solidFill>
                  <a:schemeClr val="bg2"/>
                </a:solidFill>
              </a:rPr>
              <a:t>-</a:t>
            </a:r>
            <a:r>
              <a:rPr kumimoji="1" lang="en-US" altLang="zh-CN" sz="1000" b="1">
                <a:solidFill>
                  <a:schemeClr val="bg2"/>
                </a:solidFill>
              </a:rPr>
              <a:t>0245</a:t>
            </a:r>
            <a:endParaRPr kumimoji="1" lang="en-US" altLang="ko-KR" sz="1000" b="1">
              <a:solidFill>
                <a:schemeClr val="bg2"/>
              </a:solidFill>
            </a:endParaRP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281832" y="3086394"/>
            <a:ext cx="4361606" cy="36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09" tIns="45704" rIns="91409" bIns="45704" anchor="ctr">
            <a:spAutoFit/>
          </a:bodyPr>
          <a:lstStyle/>
          <a:p>
            <a:pPr>
              <a:defRPr/>
            </a:pPr>
            <a:r>
              <a:rPr lang="ko-KR" altLang="en-US" b="1" dirty="0" smtClean="0"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감사합니다</a:t>
            </a:r>
            <a:r>
              <a:rPr lang="en-US" altLang="zh-CN" b="1" dirty="0" smtClean="0"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.</a:t>
            </a:r>
            <a:endParaRPr kumimoji="1" lang="en-US" altLang="ko-KR" b="1" dirty="0">
              <a:latin typeface="Times New Roman" panose="02020603050405020304" pitchFamily="18" charset="0"/>
              <a:ea typeface="Gulim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37892" name="Picture 18" descr="logo完成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3050" y="3124200"/>
            <a:ext cx="1271588" cy="328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462468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l">
          <a:defRPr sz="800" dirty="0" smtClean="0">
            <a:solidFill>
              <a:schemeClr val="tx1"/>
            </a:solidFill>
            <a:ea typeface="微软雅黑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4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22703</TotalTime>
  <Words>1923</Words>
  <Application>Microsoft Office PowerPoint</Application>
  <PresentationFormat>全屏显示(4:3)</PresentationFormat>
  <Paragraphs>911</Paragraphs>
  <Slides>60</Slides>
  <Notes>15</Notes>
  <HiddenSlides>0</HiddenSlides>
  <MMClips>0</MMClips>
  <ScaleCrop>false</ScaleCrop>
  <HeadingPairs>
    <vt:vector size="4" baseType="variant">
      <vt:variant>
        <vt:lpstr>主题</vt:lpstr>
      </vt:variant>
      <vt:variant>
        <vt:i4>8</vt:i4>
      </vt:variant>
      <vt:variant>
        <vt:lpstr>幻灯片标题</vt:lpstr>
      </vt:variant>
      <vt:variant>
        <vt:i4>60</vt:i4>
      </vt:variant>
    </vt:vector>
  </HeadingPairs>
  <TitlesOfParts>
    <vt:vector size="68" baseType="lpstr">
      <vt:lpstr>2_自定义设计方案</vt:lpstr>
      <vt:lpstr>4_默认设计模板</vt:lpstr>
      <vt:lpstr>3_默认设计模板</vt:lpstr>
      <vt:lpstr>2_默认设计模板</vt:lpstr>
      <vt:lpstr>1_默认设计模板</vt:lpstr>
      <vt:lpstr>默认设计模板</vt:lpstr>
      <vt:lpstr>1_Custom Design</vt:lpstr>
      <vt:lpstr>Custom Design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  <vt:lpstr>幻灯片 40</vt:lpstr>
      <vt:lpstr>幻灯片 41</vt:lpstr>
      <vt:lpstr>幻灯片 42</vt:lpstr>
      <vt:lpstr>幻灯片 43</vt:lpstr>
      <vt:lpstr>幻灯片 44</vt:lpstr>
      <vt:lpstr>幻灯片 45</vt:lpstr>
      <vt:lpstr>幻灯片 46</vt:lpstr>
      <vt:lpstr>幻灯片 47</vt:lpstr>
      <vt:lpstr>幻灯片 48</vt:lpstr>
      <vt:lpstr>幻灯片 49</vt:lpstr>
      <vt:lpstr>幻灯片 50</vt:lpstr>
      <vt:lpstr>幻灯片 51</vt:lpstr>
      <vt:lpstr>幻灯片 52</vt:lpstr>
      <vt:lpstr>幻灯片 53</vt:lpstr>
      <vt:lpstr>幻灯片 54</vt:lpstr>
      <vt:lpstr>幻灯片 55</vt:lpstr>
      <vt:lpstr>幻灯片 56</vt:lpstr>
      <vt:lpstr>幻灯片 57</vt:lpstr>
      <vt:lpstr>幻灯片 58</vt:lpstr>
      <vt:lpstr>幻灯片 59</vt:lpstr>
      <vt:lpstr>幻灯片 60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admin</cp:lastModifiedBy>
  <cp:revision>2112</cp:revision>
  <dcterms:created xsi:type="dcterms:W3CDTF">2010-07-06T05:38:31Z</dcterms:created>
  <dcterms:modified xsi:type="dcterms:W3CDTF">2018-01-26T03:29:23Z</dcterms:modified>
</cp:coreProperties>
</file>